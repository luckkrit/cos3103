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9" r:id="rId3"/>
    <p:sldId id="260" r:id="rId4"/>
    <p:sldId id="258" r:id="rId5"/>
    <p:sldId id="262" r:id="rId6"/>
    <p:sldId id="261" r:id="rId7"/>
    <p:sldId id="265" r:id="rId8"/>
    <p:sldId id="263" r:id="rId9"/>
    <p:sldId id="257" r:id="rId10"/>
    <p:sldId id="266" r:id="rId11"/>
    <p:sldId id="267" r:id="rId12"/>
    <p:sldId id="268" r:id="rId13"/>
    <p:sldId id="269" r:id="rId14"/>
    <p:sldId id="270" r:id="rId15"/>
    <p:sldId id="296" r:id="rId16"/>
    <p:sldId id="523" r:id="rId17"/>
    <p:sldId id="300" r:id="rId18"/>
    <p:sldId id="307" r:id="rId19"/>
    <p:sldId id="524" r:id="rId20"/>
    <p:sldId id="310" r:id="rId21"/>
    <p:sldId id="740" r:id="rId22"/>
    <p:sldId id="299" r:id="rId23"/>
    <p:sldId id="302" r:id="rId24"/>
    <p:sldId id="419" r:id="rId25"/>
    <p:sldId id="301" r:id="rId26"/>
    <p:sldId id="303" r:id="rId27"/>
    <p:sldId id="304" r:id="rId28"/>
    <p:sldId id="305" r:id="rId29"/>
    <p:sldId id="306" r:id="rId30"/>
    <p:sldId id="765" r:id="rId31"/>
    <p:sldId id="741" r:id="rId32"/>
    <p:sldId id="766" r:id="rId33"/>
    <p:sldId id="743" r:id="rId34"/>
    <p:sldId id="76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66AAE4-5562-4B74-8739-FD83D841566F}" type="datetimeFigureOut">
              <a:rPr lang="en-US" smtClean="0"/>
              <a:t>08/24/26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365982-E270-4D76-B330-4BD640934B0E}" type="slidenum">
              <a:rPr lang="en-US" smtClean="0"/>
              <a:t>‹#›</a:t>
            </a:fld>
            <a:endParaRPr lang="en-US"/>
          </a:p>
        </p:txBody>
      </p:sp>
    </p:spTree>
    <p:extLst>
      <p:ext uri="{BB962C8B-B14F-4D97-AF65-F5344CB8AC3E}">
        <p14:creationId xmlns:p14="http://schemas.microsoft.com/office/powerpoint/2010/main" val="2377043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407009B-1604-8292-D457-751D235FEFE2}"/>
              </a:ext>
            </a:extLst>
          </p:cNvPr>
          <p:cNvSpPr>
            <a:spLocks noGrp="1" noRot="1" noChangeAspect="1" noChangeArrowheads="1" noTextEdit="1"/>
          </p:cNvSpPr>
          <p:nvPr>
            <p:ph type="sldImg"/>
          </p:nvPr>
        </p:nvSpPr>
        <p:spPr>
          <a:xfrm>
            <a:off x="457200" y="720725"/>
            <a:ext cx="6400800" cy="3600450"/>
          </a:xfrm>
          <a:ln/>
        </p:spPr>
      </p:sp>
      <p:sp>
        <p:nvSpPr>
          <p:cNvPr id="47107" name="Rectangle 3">
            <a:extLst>
              <a:ext uri="{FF2B5EF4-FFF2-40B4-BE49-F238E27FC236}">
                <a16:creationId xmlns:a16="http://schemas.microsoft.com/office/drawing/2014/main" id="{0BFB7F2C-18A3-BF92-2D28-C9702B45BFA5}"/>
              </a:ext>
            </a:extLst>
          </p:cNvPr>
          <p:cNvSpPr>
            <a:spLocks noGrp="1" noChangeArrowheads="1"/>
          </p:cNvSpPr>
          <p:nvPr>
            <p:ph type="body" idx="1"/>
          </p:nvPr>
        </p:nvSpPr>
        <p:spPr>
          <a:xfrm>
            <a:off x="974725" y="4560888"/>
            <a:ext cx="5365750" cy="431958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00"/>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7B8DABDE-5F1E-9DCE-67C5-39F6242344AC}"/>
              </a:ext>
            </a:extLst>
          </p:cNvPr>
          <p:cNvSpPr>
            <a:spLocks noGrp="1" noRot="1" noChangeAspect="1" noChangeArrowheads="1" noTextEdit="1"/>
          </p:cNvSpPr>
          <p:nvPr>
            <p:ph type="sldImg"/>
          </p:nvPr>
        </p:nvSpPr>
        <p:spPr>
          <a:ln/>
        </p:spPr>
      </p:sp>
      <p:sp>
        <p:nvSpPr>
          <p:cNvPr id="49155" name="Notes Placeholder 2">
            <a:extLst>
              <a:ext uri="{FF2B5EF4-FFF2-40B4-BE49-F238E27FC236}">
                <a16:creationId xmlns:a16="http://schemas.microsoft.com/office/drawing/2014/main" id="{F15189CC-04FC-92E9-2B2C-DD646D77247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F1EF0BF0-E651-D027-D69C-7BD18408289B}"/>
              </a:ext>
            </a:extLst>
          </p:cNvPr>
          <p:cNvSpPr>
            <a:spLocks noGrp="1" noRot="1" noChangeAspect="1" noChangeArrowheads="1" noTextEdit="1"/>
          </p:cNvSpPr>
          <p:nvPr>
            <p:ph type="sldImg"/>
          </p:nvPr>
        </p:nvSpPr>
        <p:spPr>
          <a:ln/>
        </p:spPr>
      </p:sp>
      <p:sp>
        <p:nvSpPr>
          <p:cNvPr id="51203" name="Notes Placeholder 2">
            <a:extLst>
              <a:ext uri="{FF2B5EF4-FFF2-40B4-BE49-F238E27FC236}">
                <a16:creationId xmlns:a16="http://schemas.microsoft.com/office/drawing/2014/main" id="{E680EB4C-1276-32DD-C435-A3B70CA9BDF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spcBef>
                <a:spcPct val="0"/>
              </a:spcBef>
            </a:pPr>
            <a:r>
              <a:rPr lang="en-US" altLang="en-US" b="1">
                <a:solidFill>
                  <a:srgbClr val="0070C0"/>
                </a:solidFill>
                <a:latin typeface="Arial" panose="020B0604020202020204" pitchFamily="34" charset="0"/>
              </a:rPr>
              <a:t>CREATE TABLE </a:t>
            </a:r>
            <a:r>
              <a:rPr lang="en-US" altLang="en-US" b="1">
                <a:solidFill>
                  <a:srgbClr val="000000"/>
                </a:solidFill>
                <a:latin typeface="Arial" panose="020B0604020202020204" pitchFamily="34" charset="0"/>
              </a:rPr>
              <a:t>Department(     Id   </a:t>
            </a:r>
            <a:r>
              <a:rPr lang="en-US" altLang="en-US" b="1">
                <a:solidFill>
                  <a:srgbClr val="0070C0"/>
                </a:solidFill>
                <a:latin typeface="Arial" panose="020B0604020202020204" pitchFamily="34" charset="0"/>
              </a:rPr>
              <a:t>INT PRIMARY KEY</a:t>
            </a:r>
            <a:r>
              <a:rPr lang="en-US" altLang="en-US">
                <a:solidFill>
                  <a:srgbClr val="000000"/>
                </a:solidFill>
                <a:latin typeface="Arial" panose="020B0604020202020204" pitchFamily="34" charset="0"/>
              </a:rPr>
              <a:t>,     </a:t>
            </a:r>
            <a:r>
              <a:rPr lang="en-US" altLang="en-US" b="1">
                <a:solidFill>
                  <a:srgbClr val="0070C0"/>
                </a:solidFill>
                <a:latin typeface="Arial" panose="020B0604020202020204" pitchFamily="34" charset="0"/>
              </a:rPr>
              <a:t>Name NVARCHAR(50) </a:t>
            </a:r>
            <a:r>
              <a:rPr lang="en-US" altLang="en-US" b="1">
                <a:solidFill>
                  <a:srgbClr val="000000"/>
                </a:solidFill>
                <a:latin typeface="Arial" panose="020B0604020202020204" pitchFamily="34" charset="0"/>
              </a:rPr>
              <a:t>)</a:t>
            </a:r>
            <a:r>
              <a:rPr lang="en-US" altLang="en-US">
                <a:solidFill>
                  <a:srgbClr val="000000"/>
                </a:solidFill>
                <a:latin typeface="Arial" panose="020B0604020202020204" pitchFamily="34" charset="0"/>
              </a:rPr>
              <a:t> ENGINE=INNODB</a:t>
            </a:r>
            <a:r>
              <a:rPr lang="en-US" altLang="en-US" b="1">
                <a:solidFill>
                  <a:srgbClr val="000000"/>
                </a:solidFill>
                <a:latin typeface="Arial" panose="020B0604020202020204" pitchFamily="34" charset="0"/>
              </a:rPr>
              <a:t>;</a:t>
            </a:r>
            <a:endParaRPr lang="th-TH" altLang="en-US" b="1">
              <a:solidFill>
                <a:srgbClr val="000000"/>
              </a:solidFill>
              <a:latin typeface="Arial" panose="020B0604020202020204" pitchFamily="34" charset="0"/>
            </a:endParaRPr>
          </a:p>
          <a:p>
            <a:pPr eaLnBrk="1" hangingPunct="1">
              <a:spcBef>
                <a:spcPct val="0"/>
              </a:spcBef>
            </a:pPr>
            <a:r>
              <a:rPr lang="en-US" altLang="en-US">
                <a:solidFill>
                  <a:srgbClr val="000000"/>
                </a:solidFill>
                <a:latin typeface="Arial" panose="020B0604020202020204" pitchFamily="34" charset="0"/>
              </a:rPr>
              <a:t>-- Insert some test data in Department Table</a:t>
            </a:r>
            <a:endParaRPr lang="th-TH" altLang="en-US">
              <a:solidFill>
                <a:srgbClr val="000000"/>
              </a:solidFill>
              <a:latin typeface="Arial" panose="020B0604020202020204" pitchFamily="34" charset="0"/>
            </a:endParaRPr>
          </a:p>
          <a:p>
            <a:pPr eaLnBrk="1" hangingPunct="1">
              <a:spcBef>
                <a:spcPct val="0"/>
              </a:spcBef>
            </a:pPr>
            <a:r>
              <a:rPr lang="en-US" altLang="en-US" b="1">
                <a:solidFill>
                  <a:srgbClr val="0070C0"/>
                </a:solidFill>
                <a:latin typeface="Arial" panose="020B0604020202020204" pitchFamily="34" charset="0"/>
              </a:rPr>
              <a:t>Insert </a:t>
            </a:r>
            <a:r>
              <a:rPr lang="th-TH" altLang="en-US" b="1">
                <a:solidFill>
                  <a:srgbClr val="0070C0"/>
                </a:solidFill>
                <a:latin typeface="Arial" panose="020B0604020202020204" pitchFamily="34" charset="0"/>
              </a:rPr>
              <a:t>  </a:t>
            </a:r>
            <a:r>
              <a:rPr lang="en-US" altLang="en-US" b="1">
                <a:solidFill>
                  <a:srgbClr val="0070C0"/>
                </a:solidFill>
                <a:latin typeface="Arial" panose="020B0604020202020204" pitchFamily="34" charset="0"/>
              </a:rPr>
              <a:t>into </a:t>
            </a:r>
            <a:r>
              <a:rPr lang="th-TH" altLang="en-US" b="1">
                <a:solidFill>
                  <a:srgbClr val="0070C0"/>
                </a:solidFill>
                <a:latin typeface="Arial" panose="020B0604020202020204" pitchFamily="34" charset="0"/>
              </a:rPr>
              <a:t> </a:t>
            </a:r>
            <a:r>
              <a:rPr lang="en-US" altLang="en-US" b="1">
                <a:solidFill>
                  <a:srgbClr val="000000"/>
                </a:solidFill>
                <a:latin typeface="Arial" panose="020B0604020202020204" pitchFamily="34" charset="0"/>
              </a:rPr>
              <a:t>Department values (10, 'IT');</a:t>
            </a:r>
            <a:endParaRPr lang="th-TH" altLang="en-US" b="1">
              <a:solidFill>
                <a:srgbClr val="000000"/>
              </a:solidFill>
              <a:latin typeface="Arial" panose="020B0604020202020204" pitchFamily="34" charset="0"/>
            </a:endParaRPr>
          </a:p>
          <a:p>
            <a:pPr eaLnBrk="1" hangingPunct="1">
              <a:spcBef>
                <a:spcPct val="0"/>
              </a:spcBef>
            </a:pPr>
            <a:r>
              <a:rPr lang="en-US" altLang="en-US" b="1">
                <a:solidFill>
                  <a:srgbClr val="0070C0"/>
                </a:solidFill>
                <a:latin typeface="Arial" panose="020B0604020202020204" pitchFamily="34" charset="0"/>
              </a:rPr>
              <a:t>Insert </a:t>
            </a:r>
            <a:r>
              <a:rPr lang="th-TH" altLang="en-US" b="1">
                <a:solidFill>
                  <a:srgbClr val="0070C0"/>
                </a:solidFill>
                <a:latin typeface="Arial" panose="020B0604020202020204" pitchFamily="34" charset="0"/>
              </a:rPr>
              <a:t>  </a:t>
            </a:r>
            <a:r>
              <a:rPr lang="en-US" altLang="en-US" b="1">
                <a:solidFill>
                  <a:srgbClr val="0070C0"/>
                </a:solidFill>
                <a:latin typeface="Arial" panose="020B0604020202020204" pitchFamily="34" charset="0"/>
              </a:rPr>
              <a:t>into </a:t>
            </a:r>
            <a:r>
              <a:rPr lang="th-TH" altLang="en-US" b="1">
                <a:solidFill>
                  <a:srgbClr val="0070C0"/>
                </a:solidFill>
                <a:latin typeface="Arial" panose="020B0604020202020204" pitchFamily="34" charset="0"/>
              </a:rPr>
              <a:t> </a:t>
            </a:r>
            <a:r>
              <a:rPr lang="en-US" altLang="en-US" b="1">
                <a:solidFill>
                  <a:srgbClr val="000000"/>
                </a:solidFill>
                <a:latin typeface="Arial" panose="020B0604020202020204" pitchFamily="34" charset="0"/>
              </a:rPr>
              <a:t>Department values (20, 'HR');</a:t>
            </a:r>
            <a:endParaRPr lang="th-TH" altLang="en-US" b="1">
              <a:solidFill>
                <a:srgbClr val="000000"/>
              </a:solidFill>
              <a:latin typeface="Arial" panose="020B0604020202020204" pitchFamily="34" charset="0"/>
            </a:endParaRPr>
          </a:p>
          <a:p>
            <a:pPr eaLnBrk="1" hangingPunct="1">
              <a:spcBef>
                <a:spcPct val="0"/>
              </a:spcBef>
            </a:pPr>
            <a:r>
              <a:rPr lang="en-US" altLang="en-US" b="1">
                <a:solidFill>
                  <a:srgbClr val="0070C0"/>
                </a:solidFill>
                <a:latin typeface="Arial" panose="020B0604020202020204" pitchFamily="34" charset="0"/>
              </a:rPr>
              <a:t>Insert </a:t>
            </a:r>
            <a:r>
              <a:rPr lang="th-TH" altLang="en-US" b="1">
                <a:solidFill>
                  <a:srgbClr val="0070C0"/>
                </a:solidFill>
                <a:latin typeface="Arial" panose="020B0604020202020204" pitchFamily="34" charset="0"/>
              </a:rPr>
              <a:t>  </a:t>
            </a:r>
            <a:r>
              <a:rPr lang="en-US" altLang="en-US" b="1">
                <a:solidFill>
                  <a:srgbClr val="0070C0"/>
                </a:solidFill>
                <a:latin typeface="Arial" panose="020B0604020202020204" pitchFamily="34" charset="0"/>
              </a:rPr>
              <a:t>into </a:t>
            </a:r>
            <a:r>
              <a:rPr lang="th-TH" altLang="en-US" b="1">
                <a:solidFill>
                  <a:srgbClr val="0070C0"/>
                </a:solidFill>
                <a:latin typeface="Arial" panose="020B0604020202020204" pitchFamily="34" charset="0"/>
              </a:rPr>
              <a:t> </a:t>
            </a:r>
            <a:r>
              <a:rPr lang="en-US" altLang="en-US" b="1">
                <a:solidFill>
                  <a:srgbClr val="000000"/>
                </a:solidFill>
                <a:latin typeface="Arial" panose="020B0604020202020204" pitchFamily="34" charset="0"/>
              </a:rPr>
              <a:t>Department values (30, 'INFRA');</a:t>
            </a:r>
            <a:endParaRPr lang="th-TH" altLang="en-US" b="1">
              <a:solidFill>
                <a:srgbClr val="000000"/>
              </a:solidFill>
              <a:latin typeface="Arial" panose="020B0604020202020204" pitchFamily="34" charset="0"/>
            </a:endParaRPr>
          </a:p>
          <a:p>
            <a:pPr eaLnBrk="1" hangingPunct="1">
              <a:spcBef>
                <a:spcPct val="0"/>
              </a:spcBef>
            </a:pPr>
            <a:endParaRPr lang="en-US" altLang="en-US">
              <a:solidFill>
                <a:srgbClr val="000000"/>
              </a:solidFill>
              <a:latin typeface="Arial" panose="020B0604020202020204" pitchFamily="34" charset="0"/>
            </a:endParaRPr>
          </a:p>
          <a:p>
            <a:pPr eaLnBrk="1" hangingPunct="1">
              <a:spcBef>
                <a:spcPct val="0"/>
              </a:spcBef>
            </a:pPr>
            <a:r>
              <a:rPr lang="en-US" altLang="en-US" b="1">
                <a:solidFill>
                  <a:srgbClr val="000000"/>
                </a:solidFill>
                <a:latin typeface="Calibri" panose="020F0502020204030204" pitchFamily="34" charset="0"/>
              </a:rPr>
              <a:t>CREATE</a:t>
            </a:r>
            <a:r>
              <a:rPr lang="en-US" altLang="en-US">
                <a:solidFill>
                  <a:srgbClr val="000000"/>
                </a:solidFill>
                <a:latin typeface="Calibri" panose="020F0502020204030204" pitchFamily="34" charset="0"/>
              </a:rPr>
              <a:t> </a:t>
            </a:r>
            <a:r>
              <a:rPr lang="en-US" altLang="en-US" b="1">
                <a:solidFill>
                  <a:srgbClr val="000000"/>
                </a:solidFill>
                <a:latin typeface="Calibri" panose="020F0502020204030204" pitchFamily="34" charset="0"/>
              </a:rPr>
              <a:t>TABLE</a:t>
            </a:r>
            <a:r>
              <a:rPr lang="en-US" altLang="en-US">
                <a:solidFill>
                  <a:srgbClr val="000000"/>
                </a:solidFill>
                <a:latin typeface="Calibri" panose="020F0502020204030204" pitchFamily="34" charset="0"/>
              </a:rPr>
              <a:t> Employees(</a:t>
            </a:r>
          </a:p>
          <a:p>
            <a:pPr eaLnBrk="1" hangingPunct="1">
              <a:spcBef>
                <a:spcPct val="0"/>
              </a:spcBef>
            </a:pPr>
            <a:r>
              <a:rPr lang="th-TH" altLang="en-US">
                <a:solidFill>
                  <a:srgbClr val="000000"/>
                </a:solidFill>
                <a:latin typeface="Calibri" panose="020F0502020204030204" pitchFamily="34" charset="0"/>
              </a:rPr>
              <a:t>        </a:t>
            </a:r>
            <a:r>
              <a:rPr lang="en-US" altLang="en-US">
                <a:solidFill>
                  <a:srgbClr val="000000"/>
                </a:solidFill>
                <a:latin typeface="Calibri" panose="020F0502020204030204" pitchFamily="34" charset="0"/>
              </a:rPr>
              <a:t>Id </a:t>
            </a:r>
            <a:r>
              <a:rPr lang="en-US" altLang="en-US" b="1">
                <a:solidFill>
                  <a:srgbClr val="000000"/>
                </a:solidFill>
                <a:latin typeface="Calibri" panose="020F0502020204030204" pitchFamily="34" charset="0"/>
              </a:rPr>
              <a:t>INT</a:t>
            </a:r>
            <a:r>
              <a:rPr lang="en-US" altLang="en-US">
                <a:solidFill>
                  <a:srgbClr val="000000"/>
                </a:solidFill>
                <a:latin typeface="Calibri" panose="020F0502020204030204" pitchFamily="34" charset="0"/>
              </a:rPr>
              <a:t> </a:t>
            </a:r>
            <a:r>
              <a:rPr lang="en-US" altLang="en-US" b="1">
                <a:solidFill>
                  <a:srgbClr val="000000"/>
                </a:solidFill>
                <a:latin typeface="Calibri" panose="020F0502020204030204" pitchFamily="34" charset="0"/>
              </a:rPr>
              <a:t>PRIMARY KEY</a:t>
            </a:r>
            <a:r>
              <a:rPr lang="en-US" altLang="en-US">
                <a:solidFill>
                  <a:srgbClr val="000000"/>
                </a:solidFill>
                <a:latin typeface="Calibri" panose="020F0502020204030204" pitchFamily="34" charset="0"/>
              </a:rPr>
              <a:t>,</a:t>
            </a:r>
          </a:p>
          <a:p>
            <a:pPr eaLnBrk="1" hangingPunct="1">
              <a:spcBef>
                <a:spcPct val="0"/>
              </a:spcBef>
            </a:pPr>
            <a:r>
              <a:rPr lang="th-TH" altLang="en-US">
                <a:solidFill>
                  <a:srgbClr val="000000"/>
                </a:solidFill>
                <a:latin typeface="Calibri" panose="020F0502020204030204" pitchFamily="34" charset="0"/>
              </a:rPr>
              <a:t>        </a:t>
            </a:r>
            <a:r>
              <a:rPr lang="en-US" altLang="en-US">
                <a:solidFill>
                  <a:srgbClr val="000000"/>
                </a:solidFill>
                <a:latin typeface="Calibri" panose="020F0502020204030204" pitchFamily="34" charset="0"/>
              </a:rPr>
              <a:t>Name </a:t>
            </a:r>
            <a:r>
              <a:rPr lang="en-US" altLang="en-US" b="1">
                <a:solidFill>
                  <a:srgbClr val="000000"/>
                </a:solidFill>
                <a:latin typeface="Calibri" panose="020F0502020204030204" pitchFamily="34" charset="0"/>
              </a:rPr>
              <a:t>VARCHAR</a:t>
            </a:r>
            <a:r>
              <a:rPr lang="en-US" altLang="en-US">
                <a:solidFill>
                  <a:srgbClr val="000000"/>
                </a:solidFill>
                <a:latin typeface="Calibri" panose="020F0502020204030204" pitchFamily="34" charset="0"/>
              </a:rPr>
              <a:t>(100) </a:t>
            </a:r>
            <a:r>
              <a:rPr lang="en-US" altLang="en-US" b="1">
                <a:solidFill>
                  <a:srgbClr val="000000"/>
                </a:solidFill>
                <a:latin typeface="Calibri" panose="020F0502020204030204" pitchFamily="34" charset="0"/>
              </a:rPr>
              <a:t>NOT NULL</a:t>
            </a:r>
            <a:r>
              <a:rPr lang="en-US" altLang="en-US">
                <a:solidFill>
                  <a:srgbClr val="000000"/>
                </a:solidFill>
                <a:latin typeface="Calibri" panose="020F0502020204030204" pitchFamily="34" charset="0"/>
              </a:rPr>
              <a:t>,</a:t>
            </a:r>
          </a:p>
          <a:p>
            <a:pPr eaLnBrk="1" hangingPunct="1">
              <a:spcBef>
                <a:spcPct val="0"/>
              </a:spcBef>
            </a:pPr>
            <a:r>
              <a:rPr lang="th-TH" altLang="en-US">
                <a:solidFill>
                  <a:srgbClr val="000000"/>
                </a:solidFill>
                <a:latin typeface="Calibri" panose="020F0502020204030204" pitchFamily="34" charset="0"/>
              </a:rPr>
              <a:t>       </a:t>
            </a:r>
            <a:r>
              <a:rPr lang="en-US" altLang="en-US">
                <a:solidFill>
                  <a:srgbClr val="000000"/>
                </a:solidFill>
                <a:latin typeface="Calibri" panose="020F0502020204030204" pitchFamily="34" charset="0"/>
              </a:rPr>
              <a:t>DepartmentID </a:t>
            </a:r>
            <a:r>
              <a:rPr lang="en-US" altLang="en-US" b="1">
                <a:solidFill>
                  <a:srgbClr val="000000"/>
                </a:solidFill>
                <a:latin typeface="Calibri" panose="020F0502020204030204" pitchFamily="34" charset="0"/>
              </a:rPr>
              <a:t>INT</a:t>
            </a:r>
            <a:r>
              <a:rPr lang="en-US" altLang="en-US">
                <a:solidFill>
                  <a:srgbClr val="000000"/>
                </a:solidFill>
                <a:latin typeface="Calibri" panose="020F0502020204030204" pitchFamily="34" charset="0"/>
              </a:rPr>
              <a:t>,</a:t>
            </a:r>
          </a:p>
          <a:p>
            <a:pPr eaLnBrk="1" hangingPunct="1">
              <a:spcBef>
                <a:spcPct val="0"/>
              </a:spcBef>
            </a:pPr>
            <a:r>
              <a:rPr lang="th-TH" altLang="en-US" b="1">
                <a:solidFill>
                  <a:srgbClr val="000000"/>
                </a:solidFill>
                <a:latin typeface="Calibri" panose="020F0502020204030204" pitchFamily="34" charset="0"/>
              </a:rPr>
              <a:t>      </a:t>
            </a:r>
            <a:r>
              <a:rPr lang="en-US" altLang="en-US" b="1">
                <a:solidFill>
                  <a:srgbClr val="000000"/>
                </a:solidFill>
                <a:latin typeface="Calibri" panose="020F0502020204030204" pitchFamily="34" charset="0"/>
              </a:rPr>
              <a:t>FOREIGN KEY</a:t>
            </a:r>
            <a:r>
              <a:rPr lang="en-US" altLang="en-US">
                <a:solidFill>
                  <a:srgbClr val="000000"/>
                </a:solidFill>
                <a:latin typeface="Calibri" panose="020F0502020204030204" pitchFamily="34" charset="0"/>
              </a:rPr>
              <a:t> (DepartmentId) </a:t>
            </a:r>
            <a:r>
              <a:rPr lang="en-US" altLang="en-US" b="1">
                <a:solidFill>
                  <a:srgbClr val="000000"/>
                </a:solidFill>
                <a:latin typeface="Calibri" panose="020F0502020204030204" pitchFamily="34" charset="0"/>
              </a:rPr>
              <a:t>REFERENCES</a:t>
            </a:r>
            <a:r>
              <a:rPr lang="en-US" altLang="en-US">
                <a:solidFill>
                  <a:srgbClr val="000000"/>
                </a:solidFill>
                <a:latin typeface="Calibri" panose="020F0502020204030204" pitchFamily="34" charset="0"/>
              </a:rPr>
              <a:t> Department(Id)</a:t>
            </a:r>
          </a:p>
          <a:p>
            <a:pPr eaLnBrk="1" hangingPunct="1">
              <a:spcBef>
                <a:spcPct val="0"/>
              </a:spcBef>
            </a:pPr>
            <a:r>
              <a:rPr lang="th-TH" altLang="en-US" b="1">
                <a:solidFill>
                  <a:srgbClr val="000000"/>
                </a:solidFill>
                <a:latin typeface="Calibri" panose="020F0502020204030204" pitchFamily="34" charset="0"/>
              </a:rPr>
              <a:t>      </a:t>
            </a:r>
            <a:r>
              <a:rPr lang="en-US" altLang="en-US" b="1">
                <a:solidFill>
                  <a:srgbClr val="000000"/>
                </a:solidFill>
                <a:latin typeface="Calibri" panose="020F0502020204030204" pitchFamily="34" charset="0"/>
              </a:rPr>
              <a:t>ON</a:t>
            </a:r>
            <a:r>
              <a:rPr lang="en-US" altLang="en-US">
                <a:solidFill>
                  <a:srgbClr val="000000"/>
                </a:solidFill>
                <a:latin typeface="Calibri" panose="020F0502020204030204" pitchFamily="34" charset="0"/>
              </a:rPr>
              <a:t> </a:t>
            </a:r>
            <a:r>
              <a:rPr lang="en-US" altLang="en-US" b="1">
                <a:solidFill>
                  <a:srgbClr val="000000"/>
                </a:solidFill>
                <a:latin typeface="Calibri" panose="020F0502020204030204" pitchFamily="34" charset="0"/>
              </a:rPr>
              <a:t>DELETE</a:t>
            </a:r>
            <a:r>
              <a:rPr lang="en-US" altLang="en-US">
                <a:solidFill>
                  <a:srgbClr val="000000"/>
                </a:solidFill>
                <a:latin typeface="Calibri" panose="020F0502020204030204" pitchFamily="34" charset="0"/>
              </a:rPr>
              <a:t> </a:t>
            </a:r>
            <a:r>
              <a:rPr lang="en-US" altLang="en-US" b="1">
                <a:solidFill>
                  <a:srgbClr val="000000"/>
                </a:solidFill>
                <a:latin typeface="Calibri" panose="020F0502020204030204" pitchFamily="34" charset="0"/>
              </a:rPr>
              <a:t>NO</a:t>
            </a:r>
            <a:r>
              <a:rPr lang="en-US" altLang="en-US">
                <a:solidFill>
                  <a:srgbClr val="000000"/>
                </a:solidFill>
                <a:latin typeface="Calibri" panose="020F0502020204030204" pitchFamily="34" charset="0"/>
              </a:rPr>
              <a:t> </a:t>
            </a:r>
            <a:r>
              <a:rPr lang="en-US" altLang="en-US" b="1">
                <a:solidFill>
                  <a:srgbClr val="000000"/>
                </a:solidFill>
                <a:latin typeface="Calibri" panose="020F0502020204030204" pitchFamily="34" charset="0"/>
              </a:rPr>
              <a:t>ACTION</a:t>
            </a:r>
            <a:r>
              <a:rPr lang="en-US" altLang="en-US">
                <a:solidFill>
                  <a:srgbClr val="000000"/>
                </a:solidFill>
                <a:latin typeface="Calibri" panose="020F0502020204030204" pitchFamily="34" charset="0"/>
              </a:rPr>
              <a:t> </a:t>
            </a:r>
          </a:p>
          <a:p>
            <a:pPr eaLnBrk="1" hangingPunct="1">
              <a:spcBef>
                <a:spcPct val="0"/>
              </a:spcBef>
            </a:pPr>
            <a:r>
              <a:rPr lang="th-TH" altLang="en-US" b="1">
                <a:solidFill>
                  <a:srgbClr val="000000"/>
                </a:solidFill>
                <a:latin typeface="Calibri" panose="020F0502020204030204" pitchFamily="34" charset="0"/>
              </a:rPr>
              <a:t>      </a:t>
            </a:r>
            <a:r>
              <a:rPr lang="en-US" altLang="en-US" b="1">
                <a:solidFill>
                  <a:srgbClr val="000000"/>
                </a:solidFill>
                <a:latin typeface="Calibri" panose="020F0502020204030204" pitchFamily="34" charset="0"/>
              </a:rPr>
              <a:t>ON</a:t>
            </a:r>
            <a:r>
              <a:rPr lang="en-US" altLang="en-US">
                <a:solidFill>
                  <a:srgbClr val="000000"/>
                </a:solidFill>
                <a:latin typeface="Calibri" panose="020F0502020204030204" pitchFamily="34" charset="0"/>
              </a:rPr>
              <a:t> </a:t>
            </a:r>
            <a:r>
              <a:rPr lang="en-US" altLang="en-US" b="1">
                <a:solidFill>
                  <a:srgbClr val="000000"/>
                </a:solidFill>
                <a:latin typeface="Calibri" panose="020F0502020204030204" pitchFamily="34" charset="0"/>
              </a:rPr>
              <a:t>UPDATE</a:t>
            </a:r>
            <a:r>
              <a:rPr lang="en-US" altLang="en-US">
                <a:solidFill>
                  <a:srgbClr val="000000"/>
                </a:solidFill>
                <a:latin typeface="Calibri" panose="020F0502020204030204" pitchFamily="34" charset="0"/>
              </a:rPr>
              <a:t> </a:t>
            </a:r>
            <a:r>
              <a:rPr lang="en-US" altLang="en-US" b="1">
                <a:solidFill>
                  <a:srgbClr val="000000"/>
                </a:solidFill>
                <a:latin typeface="Calibri" panose="020F0502020204030204" pitchFamily="34" charset="0"/>
              </a:rPr>
              <a:t>NO</a:t>
            </a:r>
            <a:r>
              <a:rPr lang="en-US" altLang="en-US">
                <a:solidFill>
                  <a:srgbClr val="000000"/>
                </a:solidFill>
                <a:latin typeface="Calibri" panose="020F0502020204030204" pitchFamily="34" charset="0"/>
              </a:rPr>
              <a:t> </a:t>
            </a:r>
            <a:r>
              <a:rPr lang="en-US" altLang="en-US" b="1">
                <a:solidFill>
                  <a:srgbClr val="000000"/>
                </a:solidFill>
                <a:latin typeface="Calibri" panose="020F0502020204030204" pitchFamily="34" charset="0"/>
              </a:rPr>
              <a:t>ACTION</a:t>
            </a:r>
            <a:r>
              <a:rPr lang="en-US" altLang="en-US">
                <a:solidFill>
                  <a:srgbClr val="000000"/>
                </a:solidFill>
                <a:latin typeface="Calibri" panose="020F0502020204030204" pitchFamily="34" charset="0"/>
              </a:rPr>
              <a:t> </a:t>
            </a:r>
          </a:p>
          <a:p>
            <a:pPr eaLnBrk="1" hangingPunct="1">
              <a:spcBef>
                <a:spcPct val="0"/>
              </a:spcBef>
            </a:pPr>
            <a:r>
              <a:rPr lang="en-US" altLang="en-US">
                <a:solidFill>
                  <a:srgbClr val="000000"/>
                </a:solidFill>
                <a:latin typeface="Calibri" panose="020F0502020204030204" pitchFamily="34" charset="0"/>
              </a:rPr>
              <a:t>) ENGINE=INNODB;</a:t>
            </a:r>
          </a:p>
          <a:p>
            <a:pPr eaLnBrk="1" hangingPunct="1">
              <a:spcBef>
                <a:spcPct val="0"/>
              </a:spcBef>
            </a:pPr>
            <a:endParaRPr lang="th-TH" altLang="en-US">
              <a:solidFill>
                <a:srgbClr val="000000"/>
              </a:solidFill>
              <a:latin typeface="Calibri" panose="020F0502020204030204" pitchFamily="34" charset="0"/>
            </a:endParaRPr>
          </a:p>
          <a:p>
            <a:pPr eaLnBrk="1" hangingPunct="1">
              <a:spcBef>
                <a:spcPct val="0"/>
              </a:spcBef>
            </a:pPr>
            <a:r>
              <a:rPr lang="en-US" altLang="en-US" b="1">
                <a:solidFill>
                  <a:srgbClr val="0070C0"/>
                </a:solidFill>
                <a:latin typeface="Calibri" panose="020F0502020204030204" pitchFamily="34" charset="0"/>
              </a:rPr>
              <a:t>INSERT</a:t>
            </a:r>
            <a:r>
              <a:rPr lang="th-TH" altLang="en-US" b="1">
                <a:solidFill>
                  <a:srgbClr val="0070C0"/>
                </a:solidFill>
                <a:latin typeface="Calibri" panose="020F0502020204030204" pitchFamily="34" charset="0"/>
              </a:rPr>
              <a:t> </a:t>
            </a:r>
            <a:r>
              <a:rPr lang="en-US"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into</a:t>
            </a:r>
            <a:r>
              <a:rPr lang="en-US" altLang="en-US">
                <a:solidFill>
                  <a:srgbClr val="0070C0"/>
                </a:solidFill>
                <a:latin typeface="Calibri" panose="020F0502020204030204" pitchFamily="34" charset="0"/>
              </a:rPr>
              <a:t> </a:t>
            </a:r>
            <a:r>
              <a:rPr lang="th-TH" altLang="en-US">
                <a:solidFill>
                  <a:srgbClr val="0070C0"/>
                </a:solidFill>
                <a:latin typeface="Calibri" panose="020F0502020204030204" pitchFamily="34" charset="0"/>
              </a:rPr>
              <a:t> </a:t>
            </a:r>
            <a:r>
              <a:rPr lang="en-US" altLang="en-US">
                <a:solidFill>
                  <a:srgbClr val="000000"/>
                </a:solidFill>
                <a:latin typeface="Calibri" panose="020F0502020204030204" pitchFamily="34" charset="0"/>
              </a:rPr>
              <a:t>Employees </a:t>
            </a:r>
            <a:r>
              <a:rPr lang="en-US" altLang="en-US" b="1">
                <a:solidFill>
                  <a:srgbClr val="000000"/>
                </a:solidFill>
                <a:latin typeface="Calibri" panose="020F0502020204030204" pitchFamily="34" charset="0"/>
              </a:rPr>
              <a:t>VALUES</a:t>
            </a:r>
            <a:r>
              <a:rPr lang="en-US" altLang="en-US">
                <a:solidFill>
                  <a:srgbClr val="000000"/>
                </a:solidFill>
                <a:latin typeface="Calibri" panose="020F0502020204030204" pitchFamily="34" charset="0"/>
              </a:rPr>
              <a:t> (101, 'Anurag', 10); </a:t>
            </a:r>
          </a:p>
          <a:p>
            <a:pPr eaLnBrk="1" hangingPunct="1">
              <a:spcBef>
                <a:spcPct val="0"/>
              </a:spcBef>
            </a:pPr>
            <a:r>
              <a:rPr lang="en-US" altLang="en-US" b="1">
                <a:solidFill>
                  <a:srgbClr val="0070C0"/>
                </a:solidFill>
                <a:latin typeface="Calibri" panose="020F0502020204030204" pitchFamily="34" charset="0"/>
              </a:rPr>
              <a:t>INSERT</a:t>
            </a:r>
            <a:r>
              <a:rPr lang="en-US" altLang="en-US">
                <a:solidFill>
                  <a:srgbClr val="0070C0"/>
                </a:solidFill>
                <a:latin typeface="Calibri" panose="020F0502020204030204" pitchFamily="34" charset="0"/>
              </a:rPr>
              <a:t> </a:t>
            </a:r>
            <a:r>
              <a:rPr lang="th-TH"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into</a:t>
            </a:r>
            <a:r>
              <a:rPr lang="en-US" altLang="en-US">
                <a:solidFill>
                  <a:srgbClr val="0070C0"/>
                </a:solidFill>
                <a:latin typeface="Calibri" panose="020F0502020204030204" pitchFamily="34" charset="0"/>
              </a:rPr>
              <a:t> </a:t>
            </a:r>
            <a:r>
              <a:rPr lang="th-TH" altLang="en-US">
                <a:solidFill>
                  <a:srgbClr val="0070C0"/>
                </a:solidFill>
                <a:latin typeface="Calibri" panose="020F0502020204030204" pitchFamily="34" charset="0"/>
              </a:rPr>
              <a:t> </a:t>
            </a:r>
            <a:r>
              <a:rPr lang="en-US" altLang="en-US">
                <a:solidFill>
                  <a:srgbClr val="000000"/>
                </a:solidFill>
                <a:latin typeface="Calibri" panose="020F0502020204030204" pitchFamily="34" charset="0"/>
              </a:rPr>
              <a:t>Employees </a:t>
            </a:r>
            <a:r>
              <a:rPr lang="en-US" altLang="en-US" b="1">
                <a:solidFill>
                  <a:srgbClr val="000000"/>
                </a:solidFill>
                <a:latin typeface="Calibri" panose="020F0502020204030204" pitchFamily="34" charset="0"/>
              </a:rPr>
              <a:t>VALUES</a:t>
            </a:r>
            <a:r>
              <a:rPr lang="en-US" altLang="en-US">
                <a:solidFill>
                  <a:srgbClr val="000000"/>
                </a:solidFill>
                <a:latin typeface="Calibri" panose="020F0502020204030204" pitchFamily="34" charset="0"/>
              </a:rPr>
              <a:t> (102, 'Pranaya', 20); </a:t>
            </a:r>
          </a:p>
          <a:p>
            <a:pPr eaLnBrk="1" hangingPunct="1">
              <a:spcBef>
                <a:spcPct val="0"/>
              </a:spcBef>
            </a:pPr>
            <a:r>
              <a:rPr lang="en-US" altLang="en-US" b="1">
                <a:solidFill>
                  <a:srgbClr val="0070C0"/>
                </a:solidFill>
                <a:latin typeface="Calibri" panose="020F0502020204030204" pitchFamily="34" charset="0"/>
              </a:rPr>
              <a:t>INSERT</a:t>
            </a:r>
            <a:r>
              <a:rPr lang="en-US" altLang="en-US">
                <a:solidFill>
                  <a:srgbClr val="0070C0"/>
                </a:solidFill>
                <a:latin typeface="Calibri" panose="020F0502020204030204" pitchFamily="34" charset="0"/>
              </a:rPr>
              <a:t> </a:t>
            </a:r>
            <a:r>
              <a:rPr lang="th-TH"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into</a:t>
            </a:r>
            <a:r>
              <a:rPr lang="en-US" altLang="en-US">
                <a:solidFill>
                  <a:srgbClr val="0070C0"/>
                </a:solidFill>
                <a:latin typeface="Calibri" panose="020F0502020204030204" pitchFamily="34" charset="0"/>
              </a:rPr>
              <a:t> </a:t>
            </a:r>
            <a:r>
              <a:rPr lang="th-TH" altLang="en-US">
                <a:solidFill>
                  <a:srgbClr val="0070C0"/>
                </a:solidFill>
                <a:latin typeface="Calibri" panose="020F0502020204030204" pitchFamily="34" charset="0"/>
              </a:rPr>
              <a:t> </a:t>
            </a:r>
            <a:r>
              <a:rPr lang="en-US" altLang="en-US">
                <a:solidFill>
                  <a:srgbClr val="000000"/>
                </a:solidFill>
                <a:latin typeface="Calibri" panose="020F0502020204030204" pitchFamily="34" charset="0"/>
              </a:rPr>
              <a:t>Employees </a:t>
            </a:r>
            <a:r>
              <a:rPr lang="en-US" altLang="en-US" b="1">
                <a:solidFill>
                  <a:srgbClr val="000000"/>
                </a:solidFill>
                <a:latin typeface="Calibri" panose="020F0502020204030204" pitchFamily="34" charset="0"/>
              </a:rPr>
              <a:t>VALUES</a:t>
            </a:r>
            <a:r>
              <a:rPr lang="en-US" altLang="en-US">
                <a:solidFill>
                  <a:srgbClr val="000000"/>
                </a:solidFill>
                <a:latin typeface="Calibri" panose="020F0502020204030204" pitchFamily="34" charset="0"/>
              </a:rPr>
              <a:t> (103, 'Hina', 30);</a:t>
            </a:r>
          </a:p>
          <a:p>
            <a:pPr eaLnBrk="1" hangingPunct="1">
              <a:spcBef>
                <a:spcPct val="0"/>
              </a:spcBef>
            </a:pPr>
            <a:r>
              <a:rPr lang="en-US" altLang="en-US" b="1">
                <a:solidFill>
                  <a:srgbClr val="0070C0"/>
                </a:solidFill>
                <a:latin typeface="Calibri" panose="020F0502020204030204" pitchFamily="34" charset="0"/>
              </a:rPr>
              <a:t>INSERT </a:t>
            </a:r>
            <a:r>
              <a:rPr lang="th-TH" altLang="en-US" b="1">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into </a:t>
            </a:r>
            <a:r>
              <a:rPr lang="th-TH" altLang="en-US" b="1">
                <a:solidFill>
                  <a:srgbClr val="0070C0"/>
                </a:solidFill>
                <a:latin typeface="Calibri" panose="020F0502020204030204" pitchFamily="34" charset="0"/>
              </a:rPr>
              <a:t> </a:t>
            </a:r>
            <a:r>
              <a:rPr lang="en-US" altLang="en-US">
                <a:solidFill>
                  <a:srgbClr val="000000"/>
                </a:solidFill>
                <a:latin typeface="Calibri" panose="020F0502020204030204" pitchFamily="34" charset="0"/>
              </a:rPr>
              <a:t>Employees</a:t>
            </a:r>
            <a:r>
              <a:rPr lang="en-US" altLang="en-US" b="1">
                <a:solidFill>
                  <a:srgbClr val="000000"/>
                </a:solidFill>
                <a:latin typeface="Calibri" panose="020F0502020204030204" pitchFamily="34" charset="0"/>
              </a:rPr>
              <a:t> VALUES </a:t>
            </a:r>
            <a:r>
              <a:rPr lang="en-US" altLang="en-US">
                <a:solidFill>
                  <a:srgbClr val="000000"/>
                </a:solidFill>
                <a:latin typeface="Calibri" panose="020F0502020204030204" pitchFamily="34" charset="0"/>
              </a:rPr>
              <a:t>(104, 'apirak', 10); </a:t>
            </a:r>
          </a:p>
          <a:p>
            <a:pPr eaLnBrk="1" hangingPunct="1">
              <a:spcBef>
                <a:spcPct val="0"/>
              </a:spcBef>
            </a:pPr>
            <a:endParaRPr lang="en-US" altLang="en-US">
              <a:solidFill>
                <a:srgbClr val="000000"/>
              </a:solidFill>
              <a:latin typeface="Calibri" panose="020F0502020204030204" pitchFamily="34" charset="0"/>
            </a:endParaRPr>
          </a:p>
          <a:p>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BD801DE0-42BF-C08E-6C41-FDBD657EAAE3}"/>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F15415F3-C149-71C5-1EB3-CC81B154EC04}"/>
              </a:ext>
            </a:extLst>
          </p:cNvPr>
          <p:cNvSpPr>
            <a:spLocks noGrp="1"/>
          </p:cNvSpPr>
          <p:nvPr>
            <p:ph type="body" idx="1"/>
          </p:nvPr>
        </p:nvSpPr>
        <p:spPr/>
        <p:txBody>
          <a:bodyPr/>
          <a:lstStyle/>
          <a:p>
            <a:pPr>
              <a:spcBef>
                <a:spcPct val="50000"/>
              </a:spcBef>
              <a:spcAft>
                <a:spcPts val="400"/>
              </a:spcAft>
              <a:buClr>
                <a:srgbClr val="0C7B9C"/>
              </a:buClr>
              <a:buSzPct val="70000"/>
              <a:buFont typeface="Wingdings" panose="05000000000000000000" pitchFamily="2" charset="2"/>
              <a:buNone/>
              <a:defRPr/>
            </a:pPr>
            <a:r>
              <a:rPr lang="en-US" b="1" dirty="0">
                <a:solidFill>
                  <a:schemeClr val="tx2">
                    <a:lumMod val="60000"/>
                    <a:lumOff val="40000"/>
                  </a:schemeClr>
                </a:solidFill>
              </a:rPr>
              <a:t>DELETE FROM Department WHERE Id = 10;</a:t>
            </a:r>
          </a:p>
          <a:p>
            <a:pPr>
              <a:spcBef>
                <a:spcPct val="50000"/>
              </a:spcBef>
              <a:spcAft>
                <a:spcPts val="400"/>
              </a:spcAft>
              <a:buClr>
                <a:srgbClr val="0C7B9C"/>
              </a:buClr>
              <a:buSzPct val="70000"/>
              <a:buFont typeface="Wingdings" panose="05000000000000000000" pitchFamily="2" charset="2"/>
              <a:buNone/>
              <a:defRPr/>
            </a:pPr>
            <a:endParaRPr lang="en-US" b="1" dirty="0">
              <a:solidFill>
                <a:schemeClr val="tx2">
                  <a:lumMod val="60000"/>
                  <a:lumOff val="40000"/>
                </a:schemeClr>
              </a:solidFill>
            </a:endParaRPr>
          </a:p>
          <a:p>
            <a:pPr>
              <a:spcBef>
                <a:spcPct val="50000"/>
              </a:spcBef>
              <a:spcAft>
                <a:spcPts val="400"/>
              </a:spcAft>
              <a:buClr>
                <a:srgbClr val="0C7B9C"/>
              </a:buClr>
              <a:buSzPct val="70000"/>
              <a:buFont typeface="Wingdings" panose="05000000000000000000" pitchFamily="2" charset="2"/>
              <a:buNone/>
              <a:defRPr/>
            </a:pPr>
            <a:r>
              <a:rPr lang="en-US" b="1" dirty="0">
                <a:solidFill>
                  <a:schemeClr val="tx2">
                    <a:lumMod val="60000"/>
                    <a:lumOff val="40000"/>
                  </a:schemeClr>
                </a:solidFill>
              </a:rPr>
              <a:t>UPDATE Department SET Id = 40 WHERE Id = 30;</a:t>
            </a:r>
            <a:endParaRPr lang="en-US" dirty="0">
              <a:solidFill>
                <a:srgbClr val="FF0000"/>
              </a:solidFill>
            </a:endParaRPr>
          </a:p>
          <a:p>
            <a:pPr>
              <a:defRPr/>
            </a:pP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0C694A71-5E0B-51E3-7016-51022A91419B}"/>
              </a:ext>
            </a:extLst>
          </p:cNvPr>
          <p:cNvSpPr>
            <a:spLocks noGrp="1" noRot="1" noChangeAspect="1" noChangeArrowheads="1" noTextEdit="1"/>
          </p:cNvSpPr>
          <p:nvPr>
            <p:ph type="sldImg"/>
          </p:nvPr>
        </p:nvSpPr>
        <p:spPr>
          <a:ln/>
        </p:spPr>
      </p:sp>
      <p:sp>
        <p:nvSpPr>
          <p:cNvPr id="55299" name="Notes Placeholder 2">
            <a:extLst>
              <a:ext uri="{FF2B5EF4-FFF2-40B4-BE49-F238E27FC236}">
                <a16:creationId xmlns:a16="http://schemas.microsoft.com/office/drawing/2014/main" id="{5A106264-A0C2-5720-CB7F-AD64CFFBE24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en-US">
                <a:latin typeface="Arial" panose="020B0604020202020204" pitchFamily="34" charset="0"/>
              </a:rPr>
              <a:t>DELETE FROM Department WHERE Id = 10;</a:t>
            </a:r>
          </a:p>
          <a:p>
            <a:endParaRPr lang="en-US" altLang="en-US">
              <a:latin typeface="Arial" panose="020B0604020202020204" pitchFamily="34" charset="0"/>
            </a:endParaRPr>
          </a:p>
          <a:p>
            <a:r>
              <a:rPr lang="en-US" altLang="en-US">
                <a:latin typeface="Arial" panose="020B0604020202020204" pitchFamily="34" charset="0"/>
              </a:rPr>
              <a:t>UPDATE Department SET Id = 40 WHERE Id = 30;</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45620BF0-6D43-AB4F-978E-C30D1D7E1990}"/>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5158768C-E4F5-8AFB-8C8D-D353BE382FD4}"/>
              </a:ext>
            </a:extLst>
          </p:cNvPr>
          <p:cNvSpPr>
            <a:spLocks noGrp="1"/>
          </p:cNvSpPr>
          <p:nvPr>
            <p:ph type="body" idx="1"/>
          </p:nvPr>
        </p:nvSpPr>
        <p:spPr/>
        <p:txBody>
          <a:bodyPr/>
          <a:lstStyle/>
          <a:p>
            <a:pPr algn="ctr">
              <a:spcBef>
                <a:spcPct val="50000"/>
              </a:spcBef>
              <a:spcAft>
                <a:spcPts val="400"/>
              </a:spcAft>
              <a:buClr>
                <a:srgbClr val="0C7B9C"/>
              </a:buClr>
              <a:buSzPct val="70000"/>
              <a:buFont typeface="Wingdings" panose="05000000000000000000" pitchFamily="2" charset="2"/>
              <a:buNone/>
              <a:defRPr/>
            </a:pPr>
            <a:endParaRPr lang="th-TH" b="1" dirty="0"/>
          </a:p>
          <a:p>
            <a:pPr>
              <a:spcBef>
                <a:spcPct val="50000"/>
              </a:spcBef>
              <a:spcAft>
                <a:spcPts val="400"/>
              </a:spcAft>
              <a:buClr>
                <a:srgbClr val="0C7B9C"/>
              </a:buClr>
              <a:buSzPct val="70000"/>
              <a:buFont typeface="Wingdings" panose="05000000000000000000" pitchFamily="2" charset="2"/>
              <a:buNone/>
              <a:defRPr/>
            </a:pPr>
            <a:r>
              <a:rPr lang="th-TH" b="1" dirty="0">
                <a:solidFill>
                  <a:schemeClr val="tx2">
                    <a:lumMod val="60000"/>
                    <a:lumOff val="40000"/>
                  </a:schemeClr>
                </a:solidFill>
              </a:rPr>
              <a:t> </a:t>
            </a:r>
            <a:r>
              <a:rPr lang="en-US" b="1" dirty="0">
                <a:solidFill>
                  <a:schemeClr val="tx2">
                    <a:lumMod val="60000"/>
                    <a:lumOff val="40000"/>
                  </a:schemeClr>
                </a:solidFill>
              </a:rPr>
              <a:t>DELETE FROM </a:t>
            </a:r>
            <a:r>
              <a:rPr lang="en-US" b="1" dirty="0">
                <a:solidFill>
                  <a:srgbClr val="FF0000"/>
                </a:solidFill>
              </a:rPr>
              <a:t>employees </a:t>
            </a:r>
            <a:r>
              <a:rPr lang="en-US" b="1" dirty="0">
                <a:solidFill>
                  <a:schemeClr val="tx2">
                    <a:lumMod val="60000"/>
                    <a:lumOff val="40000"/>
                  </a:schemeClr>
                </a:solidFill>
              </a:rPr>
              <a:t>WHERE</a:t>
            </a:r>
            <a:r>
              <a:rPr lang="en-US" b="1" dirty="0">
                <a:solidFill>
                  <a:srgbClr val="FF0000"/>
                </a:solidFill>
              </a:rPr>
              <a:t> Id = 101;</a:t>
            </a:r>
            <a:endParaRPr lang="th-TH" b="1" dirty="0">
              <a:solidFill>
                <a:srgbClr val="FF0000"/>
              </a:solidFill>
            </a:endParaRPr>
          </a:p>
          <a:p>
            <a:pPr algn="ctr">
              <a:spcBef>
                <a:spcPct val="50000"/>
              </a:spcBef>
              <a:spcAft>
                <a:spcPts val="400"/>
              </a:spcAft>
              <a:buClr>
                <a:srgbClr val="0C7B9C"/>
              </a:buClr>
              <a:buSzPct val="70000"/>
              <a:buFont typeface="Wingdings" panose="05000000000000000000" pitchFamily="2" charset="2"/>
              <a:buNone/>
              <a:defRPr/>
            </a:pPr>
            <a:endParaRPr lang="en-US" dirty="0">
              <a:solidFill>
                <a:srgbClr val="FF0000"/>
              </a:solidFill>
            </a:endParaRPr>
          </a:p>
          <a:p>
            <a:pPr>
              <a:defRPr/>
            </a:pP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73636726-3640-4044-0EA8-FA900DDCF68F}"/>
              </a:ext>
            </a:extLst>
          </p:cNvPr>
          <p:cNvSpPr>
            <a:spLocks noGrp="1" noRot="1" noChangeAspect="1" noChangeArrowheads="1" noTextEdit="1"/>
          </p:cNvSpPr>
          <p:nvPr>
            <p:ph type="sldImg"/>
          </p:nvPr>
        </p:nvSpPr>
        <p:spPr>
          <a:ln/>
        </p:spPr>
      </p:sp>
      <p:sp>
        <p:nvSpPr>
          <p:cNvPr id="61443" name="Notes Placeholder 2">
            <a:extLst>
              <a:ext uri="{FF2B5EF4-FFF2-40B4-BE49-F238E27FC236}">
                <a16:creationId xmlns:a16="http://schemas.microsoft.com/office/drawing/2014/main" id="{E4F92F27-7518-2E2E-CA6C-2C0C1F69CC3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spcBef>
                <a:spcPct val="0"/>
              </a:spcBef>
            </a:pPr>
            <a:r>
              <a:rPr lang="en-US" altLang="en-US" b="1">
                <a:solidFill>
                  <a:srgbClr val="000000"/>
                </a:solidFill>
                <a:latin typeface="Arial" panose="020B0604020202020204" pitchFamily="34" charset="0"/>
              </a:rPr>
              <a:t>CREATE</a:t>
            </a:r>
            <a:r>
              <a:rPr lang="en-US" altLang="en-US">
                <a:solidFill>
                  <a:srgbClr val="000000"/>
                </a:solidFill>
                <a:latin typeface="Arial" panose="020B0604020202020204" pitchFamily="34" charset="0"/>
              </a:rPr>
              <a:t> </a:t>
            </a:r>
            <a:r>
              <a:rPr lang="en-US" altLang="en-US" b="1">
                <a:solidFill>
                  <a:srgbClr val="000000"/>
                </a:solidFill>
                <a:latin typeface="Arial" panose="020B0604020202020204" pitchFamily="34" charset="0"/>
              </a:rPr>
              <a:t>TABLE</a:t>
            </a:r>
            <a:r>
              <a:rPr lang="en-US" altLang="en-US">
                <a:solidFill>
                  <a:srgbClr val="000000"/>
                </a:solidFill>
                <a:latin typeface="Arial" panose="020B0604020202020204" pitchFamily="34" charset="0"/>
              </a:rPr>
              <a:t> Department( </a:t>
            </a:r>
          </a:p>
          <a:p>
            <a:pPr eaLnBrk="1" hangingPunct="1">
              <a:spcBef>
                <a:spcPct val="0"/>
              </a:spcBef>
            </a:pPr>
            <a:r>
              <a:rPr lang="th-TH" altLang="en-US">
                <a:solidFill>
                  <a:srgbClr val="000000"/>
                </a:solidFill>
                <a:latin typeface="Arial" panose="020B0604020202020204" pitchFamily="34" charset="0"/>
              </a:rPr>
              <a:t>      </a:t>
            </a:r>
            <a:r>
              <a:rPr lang="en-US" altLang="en-US">
                <a:solidFill>
                  <a:srgbClr val="000000"/>
                </a:solidFill>
                <a:latin typeface="Arial" panose="020B0604020202020204" pitchFamily="34" charset="0"/>
              </a:rPr>
              <a:t>Id </a:t>
            </a:r>
            <a:r>
              <a:rPr lang="en-US" altLang="en-US" b="1">
                <a:solidFill>
                  <a:srgbClr val="000000"/>
                </a:solidFill>
                <a:latin typeface="Arial" panose="020B0604020202020204" pitchFamily="34" charset="0"/>
              </a:rPr>
              <a:t>INT</a:t>
            </a:r>
            <a:r>
              <a:rPr lang="en-US" altLang="en-US">
                <a:solidFill>
                  <a:srgbClr val="000000"/>
                </a:solidFill>
                <a:latin typeface="Arial" panose="020B0604020202020204" pitchFamily="34" charset="0"/>
              </a:rPr>
              <a:t> </a:t>
            </a:r>
            <a:r>
              <a:rPr lang="en-US" altLang="en-US" b="1">
                <a:solidFill>
                  <a:srgbClr val="000000"/>
                </a:solidFill>
                <a:latin typeface="Arial" panose="020B0604020202020204" pitchFamily="34" charset="0"/>
              </a:rPr>
              <a:t>PRIMARY KEY</a:t>
            </a:r>
            <a:r>
              <a:rPr lang="en-US" altLang="en-US">
                <a:solidFill>
                  <a:srgbClr val="000000"/>
                </a:solidFill>
                <a:latin typeface="Arial" panose="020B0604020202020204" pitchFamily="34" charset="0"/>
              </a:rPr>
              <a:t>, </a:t>
            </a:r>
          </a:p>
          <a:p>
            <a:pPr eaLnBrk="1" hangingPunct="1">
              <a:spcBef>
                <a:spcPct val="0"/>
              </a:spcBef>
            </a:pPr>
            <a:r>
              <a:rPr lang="th-TH" altLang="en-US">
                <a:solidFill>
                  <a:srgbClr val="000000"/>
                </a:solidFill>
                <a:latin typeface="Arial" panose="020B0604020202020204" pitchFamily="34" charset="0"/>
              </a:rPr>
              <a:t>     </a:t>
            </a:r>
            <a:r>
              <a:rPr lang="en-US" altLang="en-US">
                <a:solidFill>
                  <a:srgbClr val="000000"/>
                </a:solidFill>
                <a:latin typeface="Arial" panose="020B0604020202020204" pitchFamily="34" charset="0"/>
              </a:rPr>
              <a:t>Name </a:t>
            </a:r>
            <a:r>
              <a:rPr lang="en-US" altLang="en-US" b="1">
                <a:solidFill>
                  <a:srgbClr val="000000"/>
                </a:solidFill>
                <a:latin typeface="Arial" panose="020B0604020202020204" pitchFamily="34" charset="0"/>
              </a:rPr>
              <a:t>NVARCHAR</a:t>
            </a:r>
            <a:r>
              <a:rPr lang="en-US" altLang="en-US">
                <a:solidFill>
                  <a:srgbClr val="000000"/>
                </a:solidFill>
                <a:latin typeface="Arial" panose="020B0604020202020204" pitchFamily="34" charset="0"/>
              </a:rPr>
              <a:t>(50) </a:t>
            </a:r>
          </a:p>
          <a:p>
            <a:pPr eaLnBrk="1" hangingPunct="1">
              <a:spcBef>
                <a:spcPct val="0"/>
              </a:spcBef>
            </a:pPr>
            <a:r>
              <a:rPr lang="en-US" altLang="en-US">
                <a:solidFill>
                  <a:srgbClr val="000000"/>
                </a:solidFill>
                <a:latin typeface="Arial" panose="020B0604020202020204" pitchFamily="34" charset="0"/>
              </a:rPr>
              <a:t>) ENGINE=INNODB;</a:t>
            </a:r>
          </a:p>
          <a:p>
            <a:pPr eaLnBrk="1" hangingPunct="1">
              <a:spcBef>
                <a:spcPct val="0"/>
              </a:spcBef>
            </a:pPr>
            <a:r>
              <a:rPr lang="en-US" altLang="en-US">
                <a:solidFill>
                  <a:srgbClr val="000000"/>
                </a:solidFill>
                <a:latin typeface="Arial" panose="020B0604020202020204" pitchFamily="34" charset="0"/>
              </a:rPr>
              <a:t>-- Insert some test data in Department Table</a:t>
            </a:r>
          </a:p>
          <a:p>
            <a:pPr eaLnBrk="1" hangingPunct="1">
              <a:spcBef>
                <a:spcPct val="0"/>
              </a:spcBef>
            </a:pPr>
            <a:r>
              <a:rPr lang="en-US" altLang="en-US" b="1">
                <a:solidFill>
                  <a:srgbClr val="000000"/>
                </a:solidFill>
                <a:latin typeface="Arial" panose="020B0604020202020204" pitchFamily="34" charset="0"/>
              </a:rPr>
              <a:t>Insert</a:t>
            </a:r>
            <a:r>
              <a:rPr lang="en-US" altLang="en-US">
                <a:solidFill>
                  <a:srgbClr val="000000"/>
                </a:solidFill>
                <a:latin typeface="Arial" panose="020B0604020202020204" pitchFamily="34" charset="0"/>
              </a:rPr>
              <a:t> </a:t>
            </a:r>
            <a:r>
              <a:rPr lang="en-US" altLang="en-US" b="1">
                <a:solidFill>
                  <a:srgbClr val="000000"/>
                </a:solidFill>
                <a:latin typeface="Arial" panose="020B0604020202020204" pitchFamily="34" charset="0"/>
              </a:rPr>
              <a:t>into</a:t>
            </a:r>
            <a:r>
              <a:rPr lang="en-US" altLang="en-US">
                <a:solidFill>
                  <a:srgbClr val="000000"/>
                </a:solidFill>
                <a:latin typeface="Arial" panose="020B0604020202020204" pitchFamily="34" charset="0"/>
              </a:rPr>
              <a:t> Department values (10, 'IT');</a:t>
            </a:r>
          </a:p>
          <a:p>
            <a:pPr eaLnBrk="1" hangingPunct="1">
              <a:spcBef>
                <a:spcPct val="0"/>
              </a:spcBef>
            </a:pPr>
            <a:r>
              <a:rPr lang="en-US" altLang="en-US" b="1">
                <a:solidFill>
                  <a:srgbClr val="000000"/>
                </a:solidFill>
                <a:latin typeface="Arial" panose="020B0604020202020204" pitchFamily="34" charset="0"/>
              </a:rPr>
              <a:t>Insert</a:t>
            </a:r>
            <a:r>
              <a:rPr lang="en-US" altLang="en-US">
                <a:solidFill>
                  <a:srgbClr val="000000"/>
                </a:solidFill>
                <a:latin typeface="Arial" panose="020B0604020202020204" pitchFamily="34" charset="0"/>
              </a:rPr>
              <a:t> </a:t>
            </a:r>
            <a:r>
              <a:rPr lang="en-US" altLang="en-US" b="1">
                <a:solidFill>
                  <a:srgbClr val="000000"/>
                </a:solidFill>
                <a:latin typeface="Arial" panose="020B0604020202020204" pitchFamily="34" charset="0"/>
              </a:rPr>
              <a:t>into</a:t>
            </a:r>
            <a:r>
              <a:rPr lang="en-US" altLang="en-US">
                <a:solidFill>
                  <a:srgbClr val="000000"/>
                </a:solidFill>
                <a:latin typeface="Arial" panose="020B0604020202020204" pitchFamily="34" charset="0"/>
              </a:rPr>
              <a:t> Department values (20, 'HR');</a:t>
            </a:r>
          </a:p>
          <a:p>
            <a:pPr eaLnBrk="1" hangingPunct="1">
              <a:spcBef>
                <a:spcPct val="0"/>
              </a:spcBef>
            </a:pPr>
            <a:r>
              <a:rPr lang="en-US" altLang="en-US" b="1">
                <a:solidFill>
                  <a:srgbClr val="000000"/>
                </a:solidFill>
                <a:latin typeface="Arial" panose="020B0604020202020204" pitchFamily="34" charset="0"/>
              </a:rPr>
              <a:t>Insert</a:t>
            </a:r>
            <a:r>
              <a:rPr lang="en-US" altLang="en-US">
                <a:solidFill>
                  <a:srgbClr val="000000"/>
                </a:solidFill>
                <a:latin typeface="Arial" panose="020B0604020202020204" pitchFamily="34" charset="0"/>
              </a:rPr>
              <a:t> </a:t>
            </a:r>
            <a:r>
              <a:rPr lang="en-US" altLang="en-US" b="1">
                <a:solidFill>
                  <a:srgbClr val="000000"/>
                </a:solidFill>
                <a:latin typeface="Arial" panose="020B0604020202020204" pitchFamily="34" charset="0"/>
              </a:rPr>
              <a:t>into</a:t>
            </a:r>
            <a:r>
              <a:rPr lang="en-US" altLang="en-US">
                <a:solidFill>
                  <a:srgbClr val="000000"/>
                </a:solidFill>
                <a:latin typeface="Arial" panose="020B0604020202020204" pitchFamily="34" charset="0"/>
              </a:rPr>
              <a:t> Department values (30, 'INFRA’);</a:t>
            </a:r>
          </a:p>
          <a:p>
            <a:pPr eaLnBrk="1" hangingPunct="1">
              <a:spcBef>
                <a:spcPct val="0"/>
              </a:spcBef>
            </a:pPr>
            <a:r>
              <a:rPr lang="en-US" altLang="en-US">
                <a:solidFill>
                  <a:srgbClr val="000000"/>
                </a:solidFill>
                <a:latin typeface="Arial" panose="020B0604020202020204" pitchFamily="34" charset="0"/>
              </a:rPr>
              <a:t>--</a:t>
            </a:r>
          </a:p>
          <a:p>
            <a:pPr eaLnBrk="1" hangingPunct="1">
              <a:spcBef>
                <a:spcPct val="0"/>
              </a:spcBef>
            </a:pPr>
            <a:r>
              <a:rPr lang="en-US" altLang="en-US" b="1">
                <a:solidFill>
                  <a:srgbClr val="0070C0"/>
                </a:solidFill>
                <a:latin typeface="Arial" panose="020B0604020202020204" pitchFamily="34" charset="0"/>
              </a:rPr>
              <a:t>CREATE</a:t>
            </a:r>
            <a:r>
              <a:rPr lang="en-US" altLang="en-US">
                <a:solidFill>
                  <a:srgbClr val="0070C0"/>
                </a:solidFill>
                <a:latin typeface="Arial" panose="020B0604020202020204" pitchFamily="34" charset="0"/>
              </a:rPr>
              <a:t> </a:t>
            </a:r>
            <a:r>
              <a:rPr lang="en-US" altLang="en-US" b="1">
                <a:solidFill>
                  <a:srgbClr val="0070C0"/>
                </a:solidFill>
                <a:latin typeface="Arial" panose="020B0604020202020204" pitchFamily="34" charset="0"/>
              </a:rPr>
              <a:t>TABLE</a:t>
            </a:r>
            <a:r>
              <a:rPr lang="en-US" altLang="en-US">
                <a:solidFill>
                  <a:srgbClr val="0070C0"/>
                </a:solidFill>
                <a:latin typeface="Arial" panose="020B0604020202020204" pitchFamily="34" charset="0"/>
              </a:rPr>
              <a:t> </a:t>
            </a:r>
            <a:r>
              <a:rPr lang="en-US" altLang="en-US">
                <a:solidFill>
                  <a:srgbClr val="000000"/>
                </a:solidFill>
                <a:latin typeface="Arial" panose="020B0604020202020204" pitchFamily="34" charset="0"/>
              </a:rPr>
              <a:t>Employees(</a:t>
            </a:r>
          </a:p>
          <a:p>
            <a:pPr eaLnBrk="1" hangingPunct="1">
              <a:spcBef>
                <a:spcPct val="0"/>
              </a:spcBef>
            </a:pPr>
            <a:r>
              <a:rPr lang="th-TH" altLang="en-US">
                <a:solidFill>
                  <a:srgbClr val="000000"/>
                </a:solidFill>
                <a:latin typeface="Arial" panose="020B0604020202020204" pitchFamily="34" charset="0"/>
              </a:rPr>
              <a:t>            </a:t>
            </a:r>
            <a:r>
              <a:rPr lang="en-US" altLang="en-US">
                <a:solidFill>
                  <a:srgbClr val="000000"/>
                </a:solidFill>
                <a:latin typeface="Arial" panose="020B0604020202020204" pitchFamily="34" charset="0"/>
              </a:rPr>
              <a:t>Id </a:t>
            </a:r>
            <a:r>
              <a:rPr lang="en-US" altLang="en-US" b="1">
                <a:solidFill>
                  <a:srgbClr val="0070C0"/>
                </a:solidFill>
                <a:latin typeface="Arial" panose="020B0604020202020204" pitchFamily="34" charset="0"/>
              </a:rPr>
              <a:t>INT</a:t>
            </a:r>
            <a:r>
              <a:rPr lang="en-US" altLang="en-US">
                <a:solidFill>
                  <a:srgbClr val="0070C0"/>
                </a:solidFill>
                <a:latin typeface="Arial" panose="020B0604020202020204" pitchFamily="34" charset="0"/>
              </a:rPr>
              <a:t> </a:t>
            </a:r>
            <a:r>
              <a:rPr lang="en-US" altLang="en-US" b="1">
                <a:solidFill>
                  <a:srgbClr val="0070C0"/>
                </a:solidFill>
                <a:latin typeface="Arial" panose="020B0604020202020204" pitchFamily="34" charset="0"/>
              </a:rPr>
              <a:t>PRIMARY KEY</a:t>
            </a:r>
            <a:r>
              <a:rPr lang="en-US" altLang="en-US">
                <a:solidFill>
                  <a:srgbClr val="000000"/>
                </a:solidFill>
                <a:latin typeface="Arial" panose="020B0604020202020204" pitchFamily="34" charset="0"/>
              </a:rPr>
              <a:t>,</a:t>
            </a:r>
          </a:p>
          <a:p>
            <a:pPr eaLnBrk="1" hangingPunct="1">
              <a:spcBef>
                <a:spcPct val="0"/>
              </a:spcBef>
            </a:pPr>
            <a:r>
              <a:rPr lang="th-TH" altLang="en-US">
                <a:solidFill>
                  <a:srgbClr val="000000"/>
                </a:solidFill>
                <a:latin typeface="Arial" panose="020B0604020202020204" pitchFamily="34" charset="0"/>
              </a:rPr>
              <a:t>           </a:t>
            </a:r>
            <a:r>
              <a:rPr lang="en-US" altLang="en-US">
                <a:solidFill>
                  <a:srgbClr val="000000"/>
                </a:solidFill>
                <a:latin typeface="Arial" panose="020B0604020202020204" pitchFamily="34" charset="0"/>
              </a:rPr>
              <a:t>Name </a:t>
            </a:r>
            <a:r>
              <a:rPr lang="en-US" altLang="en-US" b="1">
                <a:solidFill>
                  <a:srgbClr val="0070C0"/>
                </a:solidFill>
                <a:latin typeface="Arial" panose="020B0604020202020204" pitchFamily="34" charset="0"/>
              </a:rPr>
              <a:t>VARCHAR</a:t>
            </a:r>
            <a:r>
              <a:rPr lang="en-US" altLang="en-US">
                <a:solidFill>
                  <a:srgbClr val="0070C0"/>
                </a:solidFill>
                <a:latin typeface="Arial" panose="020B0604020202020204" pitchFamily="34" charset="0"/>
              </a:rPr>
              <a:t>(100) </a:t>
            </a:r>
            <a:r>
              <a:rPr lang="en-US" altLang="en-US" b="1">
                <a:solidFill>
                  <a:srgbClr val="0070C0"/>
                </a:solidFill>
                <a:latin typeface="Arial" panose="020B0604020202020204" pitchFamily="34" charset="0"/>
              </a:rPr>
              <a:t>NOT NULL</a:t>
            </a:r>
            <a:r>
              <a:rPr lang="en-US" altLang="en-US">
                <a:solidFill>
                  <a:srgbClr val="000000"/>
                </a:solidFill>
                <a:latin typeface="Arial" panose="020B0604020202020204" pitchFamily="34" charset="0"/>
              </a:rPr>
              <a:t>,</a:t>
            </a:r>
          </a:p>
          <a:p>
            <a:pPr eaLnBrk="1" hangingPunct="1">
              <a:spcBef>
                <a:spcPct val="0"/>
              </a:spcBef>
            </a:pPr>
            <a:r>
              <a:rPr lang="th-TH" altLang="en-US">
                <a:solidFill>
                  <a:srgbClr val="000000"/>
                </a:solidFill>
                <a:latin typeface="Arial" panose="020B0604020202020204" pitchFamily="34" charset="0"/>
              </a:rPr>
              <a:t>           </a:t>
            </a:r>
            <a:r>
              <a:rPr lang="en-US" altLang="en-US">
                <a:solidFill>
                  <a:srgbClr val="000000"/>
                </a:solidFill>
                <a:latin typeface="Arial" panose="020B0604020202020204" pitchFamily="34" charset="0"/>
              </a:rPr>
              <a:t>DepartmentID </a:t>
            </a:r>
            <a:r>
              <a:rPr lang="en-US" altLang="en-US" b="1">
                <a:solidFill>
                  <a:srgbClr val="000000"/>
                </a:solidFill>
                <a:latin typeface="Arial" panose="020B0604020202020204" pitchFamily="34" charset="0"/>
              </a:rPr>
              <a:t>INT</a:t>
            </a:r>
            <a:r>
              <a:rPr lang="en-US" altLang="en-US">
                <a:solidFill>
                  <a:srgbClr val="000000"/>
                </a:solidFill>
                <a:latin typeface="Arial" panose="020B0604020202020204" pitchFamily="34" charset="0"/>
              </a:rPr>
              <a:t>,</a:t>
            </a:r>
          </a:p>
          <a:p>
            <a:pPr eaLnBrk="1" hangingPunct="1">
              <a:spcBef>
                <a:spcPct val="0"/>
              </a:spcBef>
            </a:pPr>
            <a:r>
              <a:rPr lang="th-TH" altLang="en-US" b="1">
                <a:solidFill>
                  <a:srgbClr val="0070C0"/>
                </a:solidFill>
                <a:latin typeface="Arial" panose="020B0604020202020204" pitchFamily="34" charset="0"/>
              </a:rPr>
              <a:t>         </a:t>
            </a:r>
            <a:r>
              <a:rPr lang="en-US" altLang="en-US" b="1">
                <a:solidFill>
                  <a:srgbClr val="0070C0"/>
                </a:solidFill>
                <a:latin typeface="Arial" panose="020B0604020202020204" pitchFamily="34" charset="0"/>
              </a:rPr>
              <a:t>FOREIGN KEY</a:t>
            </a:r>
            <a:r>
              <a:rPr lang="en-US" altLang="en-US">
                <a:solidFill>
                  <a:srgbClr val="0070C0"/>
                </a:solidFill>
                <a:latin typeface="Arial" panose="020B0604020202020204" pitchFamily="34" charset="0"/>
              </a:rPr>
              <a:t> </a:t>
            </a:r>
            <a:r>
              <a:rPr lang="en-US" altLang="en-US">
                <a:solidFill>
                  <a:srgbClr val="000000"/>
                </a:solidFill>
                <a:latin typeface="Arial" panose="020B0604020202020204" pitchFamily="34" charset="0"/>
              </a:rPr>
              <a:t>(DepartmentId) </a:t>
            </a:r>
            <a:r>
              <a:rPr lang="en-US" altLang="en-US" b="1">
                <a:solidFill>
                  <a:srgbClr val="0070C0"/>
                </a:solidFill>
                <a:latin typeface="Arial" panose="020B0604020202020204" pitchFamily="34" charset="0"/>
              </a:rPr>
              <a:t>REFERENCES</a:t>
            </a:r>
            <a:r>
              <a:rPr lang="th-TH" altLang="en-US" b="1">
                <a:solidFill>
                  <a:srgbClr val="000000"/>
                </a:solidFill>
                <a:latin typeface="Arial" panose="020B0604020202020204" pitchFamily="34" charset="0"/>
              </a:rPr>
              <a:t> </a:t>
            </a:r>
            <a:r>
              <a:rPr lang="en-US" altLang="en-US">
                <a:solidFill>
                  <a:srgbClr val="000000"/>
                </a:solidFill>
                <a:latin typeface="Arial" panose="020B0604020202020204" pitchFamily="34" charset="0"/>
              </a:rPr>
              <a:t>Department(Id)</a:t>
            </a:r>
          </a:p>
          <a:p>
            <a:pPr eaLnBrk="1" hangingPunct="1">
              <a:spcBef>
                <a:spcPct val="0"/>
              </a:spcBef>
            </a:pPr>
            <a:r>
              <a:rPr lang="th-TH" altLang="en-US" b="1">
                <a:solidFill>
                  <a:srgbClr val="000000"/>
                </a:solidFill>
                <a:latin typeface="Arial" panose="020B0604020202020204" pitchFamily="34" charset="0"/>
              </a:rPr>
              <a:t>         </a:t>
            </a:r>
            <a:r>
              <a:rPr lang="en-US" altLang="en-US" b="1">
                <a:solidFill>
                  <a:srgbClr val="0070C0"/>
                </a:solidFill>
                <a:latin typeface="Arial" panose="020B0604020202020204" pitchFamily="34" charset="0"/>
              </a:rPr>
              <a:t>ON</a:t>
            </a:r>
            <a:r>
              <a:rPr lang="en-US" altLang="en-US">
                <a:solidFill>
                  <a:srgbClr val="0070C0"/>
                </a:solidFill>
                <a:latin typeface="Arial" panose="020B0604020202020204" pitchFamily="34" charset="0"/>
              </a:rPr>
              <a:t> </a:t>
            </a:r>
            <a:r>
              <a:rPr lang="en-US" altLang="en-US" b="1">
                <a:solidFill>
                  <a:srgbClr val="0070C0"/>
                </a:solidFill>
                <a:latin typeface="Arial" panose="020B0604020202020204" pitchFamily="34" charset="0"/>
              </a:rPr>
              <a:t>DELETE</a:t>
            </a:r>
            <a:r>
              <a:rPr lang="en-US" altLang="en-US">
                <a:solidFill>
                  <a:srgbClr val="0070C0"/>
                </a:solidFill>
                <a:latin typeface="Arial" panose="020B0604020202020204" pitchFamily="34" charset="0"/>
              </a:rPr>
              <a:t> </a:t>
            </a:r>
            <a:r>
              <a:rPr lang="en-US" altLang="en-US" b="1">
                <a:solidFill>
                  <a:srgbClr val="0070C0"/>
                </a:solidFill>
                <a:latin typeface="Arial" panose="020B0604020202020204" pitchFamily="34" charset="0"/>
              </a:rPr>
              <a:t>CASCADE</a:t>
            </a:r>
            <a:r>
              <a:rPr lang="en-US" altLang="en-US">
                <a:solidFill>
                  <a:srgbClr val="0070C0"/>
                </a:solidFill>
                <a:latin typeface="Arial" panose="020B0604020202020204" pitchFamily="34" charset="0"/>
              </a:rPr>
              <a:t> </a:t>
            </a:r>
          </a:p>
          <a:p>
            <a:pPr eaLnBrk="1" hangingPunct="1">
              <a:spcBef>
                <a:spcPct val="0"/>
              </a:spcBef>
            </a:pPr>
            <a:r>
              <a:rPr lang="th-TH" altLang="en-US" b="1">
                <a:solidFill>
                  <a:srgbClr val="0070C0"/>
                </a:solidFill>
                <a:latin typeface="Arial" panose="020B0604020202020204" pitchFamily="34" charset="0"/>
              </a:rPr>
              <a:t>         </a:t>
            </a:r>
            <a:r>
              <a:rPr lang="en-US" altLang="en-US" b="1">
                <a:solidFill>
                  <a:srgbClr val="0070C0"/>
                </a:solidFill>
                <a:latin typeface="Arial" panose="020B0604020202020204" pitchFamily="34" charset="0"/>
              </a:rPr>
              <a:t>ON</a:t>
            </a:r>
            <a:r>
              <a:rPr lang="en-US" altLang="en-US">
                <a:solidFill>
                  <a:srgbClr val="0070C0"/>
                </a:solidFill>
                <a:latin typeface="Arial" panose="020B0604020202020204" pitchFamily="34" charset="0"/>
              </a:rPr>
              <a:t> </a:t>
            </a:r>
            <a:r>
              <a:rPr lang="en-US" altLang="en-US" b="1">
                <a:solidFill>
                  <a:srgbClr val="0070C0"/>
                </a:solidFill>
                <a:latin typeface="Arial" panose="020B0604020202020204" pitchFamily="34" charset="0"/>
              </a:rPr>
              <a:t>UPDATE</a:t>
            </a:r>
            <a:r>
              <a:rPr lang="en-US" altLang="en-US">
                <a:solidFill>
                  <a:srgbClr val="0070C0"/>
                </a:solidFill>
                <a:latin typeface="Arial" panose="020B0604020202020204" pitchFamily="34" charset="0"/>
              </a:rPr>
              <a:t> </a:t>
            </a:r>
            <a:r>
              <a:rPr lang="en-US" altLang="en-US" b="1">
                <a:solidFill>
                  <a:srgbClr val="0070C0"/>
                </a:solidFill>
                <a:latin typeface="Arial" panose="020B0604020202020204" pitchFamily="34" charset="0"/>
              </a:rPr>
              <a:t>CASCADE</a:t>
            </a:r>
            <a:endParaRPr lang="en-US" altLang="en-US">
              <a:solidFill>
                <a:srgbClr val="0070C0"/>
              </a:solidFill>
              <a:latin typeface="Arial" panose="020B0604020202020204" pitchFamily="34" charset="0"/>
            </a:endParaRPr>
          </a:p>
          <a:p>
            <a:pPr eaLnBrk="1" hangingPunct="1">
              <a:spcBef>
                <a:spcPct val="0"/>
              </a:spcBef>
            </a:pPr>
            <a:r>
              <a:rPr lang="en-US" altLang="en-US">
                <a:solidFill>
                  <a:srgbClr val="000000"/>
                </a:solidFill>
                <a:latin typeface="Arial" panose="020B0604020202020204" pitchFamily="34" charset="0"/>
              </a:rPr>
              <a:t>) ENGINE=INNODB;</a:t>
            </a:r>
          </a:p>
          <a:p>
            <a:pPr eaLnBrk="1" hangingPunct="1">
              <a:spcBef>
                <a:spcPct val="0"/>
              </a:spcBef>
            </a:pPr>
            <a:r>
              <a:rPr lang="en-US" altLang="en-US">
                <a:solidFill>
                  <a:srgbClr val="000000"/>
                </a:solidFill>
                <a:latin typeface="Arial" panose="020B0604020202020204" pitchFamily="34" charset="0"/>
              </a:rPr>
              <a:t>-- Insert some test data in Employees Table</a:t>
            </a:r>
          </a:p>
          <a:p>
            <a:pPr eaLnBrk="1" hangingPunct="1">
              <a:spcBef>
                <a:spcPct val="0"/>
              </a:spcBef>
            </a:pPr>
            <a:r>
              <a:rPr lang="en-US" altLang="en-US" b="1">
                <a:solidFill>
                  <a:srgbClr val="000000"/>
                </a:solidFill>
                <a:latin typeface="Arial" panose="020B0604020202020204" pitchFamily="34" charset="0"/>
              </a:rPr>
              <a:t>INSERT</a:t>
            </a:r>
            <a:r>
              <a:rPr lang="en-US" altLang="en-US">
                <a:solidFill>
                  <a:srgbClr val="000000"/>
                </a:solidFill>
                <a:latin typeface="Arial" panose="020B0604020202020204" pitchFamily="34" charset="0"/>
              </a:rPr>
              <a:t> </a:t>
            </a:r>
            <a:r>
              <a:rPr lang="en-US" altLang="en-US" b="1">
                <a:solidFill>
                  <a:srgbClr val="000000"/>
                </a:solidFill>
                <a:latin typeface="Arial" panose="020B0604020202020204" pitchFamily="34" charset="0"/>
              </a:rPr>
              <a:t>into</a:t>
            </a:r>
            <a:r>
              <a:rPr lang="en-US" altLang="en-US">
                <a:solidFill>
                  <a:srgbClr val="000000"/>
                </a:solidFill>
                <a:latin typeface="Arial" panose="020B0604020202020204" pitchFamily="34" charset="0"/>
              </a:rPr>
              <a:t> Employees </a:t>
            </a:r>
            <a:r>
              <a:rPr lang="en-US" altLang="en-US" b="1">
                <a:solidFill>
                  <a:srgbClr val="000000"/>
                </a:solidFill>
                <a:latin typeface="Arial" panose="020B0604020202020204" pitchFamily="34" charset="0"/>
              </a:rPr>
              <a:t>VALUES</a:t>
            </a:r>
            <a:r>
              <a:rPr lang="en-US" altLang="en-US">
                <a:solidFill>
                  <a:srgbClr val="000000"/>
                </a:solidFill>
                <a:latin typeface="Arial" panose="020B0604020202020204" pitchFamily="34" charset="0"/>
              </a:rPr>
              <a:t> (101, 'Anurag', 10); </a:t>
            </a:r>
          </a:p>
          <a:p>
            <a:pPr eaLnBrk="1" hangingPunct="1">
              <a:spcBef>
                <a:spcPct val="0"/>
              </a:spcBef>
            </a:pPr>
            <a:r>
              <a:rPr lang="en-US" altLang="en-US" b="1">
                <a:solidFill>
                  <a:srgbClr val="000000"/>
                </a:solidFill>
                <a:latin typeface="Arial" panose="020B0604020202020204" pitchFamily="34" charset="0"/>
              </a:rPr>
              <a:t>INSERT</a:t>
            </a:r>
            <a:r>
              <a:rPr lang="en-US" altLang="en-US">
                <a:solidFill>
                  <a:srgbClr val="000000"/>
                </a:solidFill>
                <a:latin typeface="Arial" panose="020B0604020202020204" pitchFamily="34" charset="0"/>
              </a:rPr>
              <a:t> </a:t>
            </a:r>
            <a:r>
              <a:rPr lang="en-US" altLang="en-US" b="1">
                <a:solidFill>
                  <a:srgbClr val="000000"/>
                </a:solidFill>
                <a:latin typeface="Arial" panose="020B0604020202020204" pitchFamily="34" charset="0"/>
              </a:rPr>
              <a:t>into</a:t>
            </a:r>
            <a:r>
              <a:rPr lang="en-US" altLang="en-US">
                <a:solidFill>
                  <a:srgbClr val="000000"/>
                </a:solidFill>
                <a:latin typeface="Arial" panose="020B0604020202020204" pitchFamily="34" charset="0"/>
              </a:rPr>
              <a:t> Employees </a:t>
            </a:r>
            <a:r>
              <a:rPr lang="en-US" altLang="en-US" b="1">
                <a:solidFill>
                  <a:srgbClr val="000000"/>
                </a:solidFill>
                <a:latin typeface="Arial" panose="020B0604020202020204" pitchFamily="34" charset="0"/>
              </a:rPr>
              <a:t>VALUES</a:t>
            </a:r>
            <a:r>
              <a:rPr lang="en-US" altLang="en-US">
                <a:solidFill>
                  <a:srgbClr val="000000"/>
                </a:solidFill>
                <a:latin typeface="Arial" panose="020B0604020202020204" pitchFamily="34" charset="0"/>
              </a:rPr>
              <a:t> (102, 'Pranaya', 20); </a:t>
            </a:r>
          </a:p>
          <a:p>
            <a:pPr eaLnBrk="1" hangingPunct="1">
              <a:spcBef>
                <a:spcPct val="0"/>
              </a:spcBef>
            </a:pPr>
            <a:r>
              <a:rPr lang="en-US" altLang="en-US" b="1">
                <a:solidFill>
                  <a:srgbClr val="000000"/>
                </a:solidFill>
                <a:latin typeface="Arial" panose="020B0604020202020204" pitchFamily="34" charset="0"/>
              </a:rPr>
              <a:t>INSERT</a:t>
            </a:r>
            <a:r>
              <a:rPr lang="en-US" altLang="en-US">
                <a:solidFill>
                  <a:srgbClr val="000000"/>
                </a:solidFill>
                <a:latin typeface="Arial" panose="020B0604020202020204" pitchFamily="34" charset="0"/>
              </a:rPr>
              <a:t> </a:t>
            </a:r>
            <a:r>
              <a:rPr lang="en-US" altLang="en-US" b="1">
                <a:solidFill>
                  <a:srgbClr val="000000"/>
                </a:solidFill>
                <a:latin typeface="Arial" panose="020B0604020202020204" pitchFamily="34" charset="0"/>
              </a:rPr>
              <a:t>into</a:t>
            </a:r>
            <a:r>
              <a:rPr lang="en-US" altLang="en-US">
                <a:solidFill>
                  <a:srgbClr val="000000"/>
                </a:solidFill>
                <a:latin typeface="Arial" panose="020B0604020202020204" pitchFamily="34" charset="0"/>
              </a:rPr>
              <a:t> Employees </a:t>
            </a:r>
            <a:r>
              <a:rPr lang="en-US" altLang="en-US" b="1">
                <a:solidFill>
                  <a:srgbClr val="000000"/>
                </a:solidFill>
                <a:latin typeface="Arial" panose="020B0604020202020204" pitchFamily="34" charset="0"/>
              </a:rPr>
              <a:t>VALUES</a:t>
            </a:r>
            <a:r>
              <a:rPr lang="en-US" altLang="en-US">
                <a:solidFill>
                  <a:srgbClr val="000000"/>
                </a:solidFill>
                <a:latin typeface="Arial" panose="020B0604020202020204" pitchFamily="34" charset="0"/>
              </a:rPr>
              <a:t> (103, 'Hina', 30);</a:t>
            </a:r>
          </a:p>
          <a:p>
            <a:pPr eaLnBrk="1" hangingPunct="1">
              <a:spcBef>
                <a:spcPct val="0"/>
              </a:spcBef>
            </a:pPr>
            <a:r>
              <a:rPr lang="en-US" altLang="en-US" b="1">
                <a:solidFill>
                  <a:srgbClr val="000000"/>
                </a:solidFill>
                <a:latin typeface="Arial" panose="020B0604020202020204" pitchFamily="34" charset="0"/>
              </a:rPr>
              <a:t>INSERT into </a:t>
            </a:r>
            <a:r>
              <a:rPr lang="en-US" altLang="en-US">
                <a:solidFill>
                  <a:srgbClr val="000000"/>
                </a:solidFill>
                <a:latin typeface="Arial" panose="020B0604020202020204" pitchFamily="34" charset="0"/>
              </a:rPr>
              <a:t>Employees</a:t>
            </a:r>
            <a:r>
              <a:rPr lang="en-US" altLang="en-US" b="1">
                <a:solidFill>
                  <a:srgbClr val="000000"/>
                </a:solidFill>
                <a:latin typeface="Arial" panose="020B0604020202020204" pitchFamily="34" charset="0"/>
              </a:rPr>
              <a:t> VALUES </a:t>
            </a:r>
            <a:r>
              <a:rPr lang="en-US" altLang="en-US">
                <a:solidFill>
                  <a:srgbClr val="000000"/>
                </a:solidFill>
                <a:latin typeface="Arial" panose="020B0604020202020204" pitchFamily="34" charset="0"/>
              </a:rPr>
              <a:t>(104, 'apirak', 10); </a:t>
            </a:r>
          </a:p>
          <a:p>
            <a:pPr eaLnBrk="1" hangingPunct="1">
              <a:spcBef>
                <a:spcPct val="0"/>
              </a:spcBef>
            </a:pPr>
            <a:endParaRPr lang="en-US" altLang="en-US">
              <a:solidFill>
                <a:srgbClr val="000000"/>
              </a:solidFill>
              <a:latin typeface="Arial" panose="020B0604020202020204" pitchFamily="34" charset="0"/>
            </a:endParaRPr>
          </a:p>
          <a:p>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E48FE049-3FE3-2ECD-7CAF-F572CB736F41}"/>
              </a:ext>
            </a:extLst>
          </p:cNvPr>
          <p:cNvSpPr>
            <a:spLocks noGrp="1" noRot="1" noChangeAspect="1" noChangeArrowheads="1" noTextEdit="1"/>
          </p:cNvSpPr>
          <p:nvPr>
            <p:ph type="sldImg"/>
          </p:nvPr>
        </p:nvSpPr>
        <p:spPr>
          <a:ln/>
        </p:spPr>
      </p:sp>
      <p:sp>
        <p:nvSpPr>
          <p:cNvPr id="64515" name="Notes Placeholder 2">
            <a:extLst>
              <a:ext uri="{FF2B5EF4-FFF2-40B4-BE49-F238E27FC236}">
                <a16:creationId xmlns:a16="http://schemas.microsoft.com/office/drawing/2014/main" id="{555935E8-8ABA-1C7A-4D52-27109D02B6F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spcBef>
                <a:spcPct val="0"/>
              </a:spcBef>
            </a:pPr>
            <a:endParaRPr lang="th-TH" altLang="en-US" b="1">
              <a:solidFill>
                <a:srgbClr val="0070C0"/>
              </a:solidFill>
              <a:latin typeface="Arial" panose="020B0604020202020204" pitchFamily="34" charset="0"/>
            </a:endParaRPr>
          </a:p>
          <a:p>
            <a:pPr eaLnBrk="1" hangingPunct="1">
              <a:spcBef>
                <a:spcPct val="0"/>
              </a:spcBef>
            </a:pPr>
            <a:r>
              <a:rPr lang="en-US" altLang="en-US" b="1">
                <a:solidFill>
                  <a:srgbClr val="0070C0"/>
                </a:solidFill>
                <a:latin typeface="Arial" panose="020B0604020202020204" pitchFamily="34" charset="0"/>
              </a:rPr>
              <a:t>   DELETE FROM  </a:t>
            </a:r>
            <a:r>
              <a:rPr lang="en-US" altLang="en-US" b="1">
                <a:solidFill>
                  <a:srgbClr val="000000"/>
                </a:solidFill>
                <a:latin typeface="Arial" panose="020B0604020202020204" pitchFamily="34" charset="0"/>
              </a:rPr>
              <a:t>employees</a:t>
            </a:r>
            <a:r>
              <a:rPr lang="en-US" altLang="en-US" b="1">
                <a:solidFill>
                  <a:srgbClr val="0070C0"/>
                </a:solidFill>
                <a:latin typeface="Arial" panose="020B0604020202020204" pitchFamily="34" charset="0"/>
              </a:rPr>
              <a:t> WHERE </a:t>
            </a:r>
            <a:r>
              <a:rPr lang="en-US" altLang="en-US" b="1">
                <a:solidFill>
                  <a:srgbClr val="000000"/>
                </a:solidFill>
                <a:latin typeface="Arial" panose="020B0604020202020204" pitchFamily="34" charset="0"/>
              </a:rPr>
              <a:t>Id = 102 </a:t>
            </a:r>
            <a:r>
              <a:rPr lang="en-US" altLang="en-US" b="1">
                <a:solidFill>
                  <a:srgbClr val="0070C0"/>
                </a:solidFill>
                <a:latin typeface="Arial" panose="020B0604020202020204" pitchFamily="34" charset="0"/>
              </a:rPr>
              <a:t>;</a:t>
            </a:r>
          </a:p>
          <a:p>
            <a:pPr eaLnBrk="1" hangingPunct="1">
              <a:spcBef>
                <a:spcPct val="0"/>
              </a:spcBef>
            </a:pPr>
            <a:r>
              <a:rPr lang="en-US" altLang="en-US">
                <a:latin typeface="Arial" panose="020B0604020202020204" pitchFamily="34" charset="0"/>
              </a:rPr>
              <a:t>DELETE FROM  department WHERE Id = 20 ;</a:t>
            </a:r>
          </a:p>
          <a:p>
            <a:pPr eaLnBrk="1" hangingPunct="1">
              <a:spcBef>
                <a:spcPct val="0"/>
              </a:spcBef>
            </a:pPr>
            <a:endParaRPr lang="en-US" altLang="en-US">
              <a:solidFill>
                <a:srgbClr val="000000"/>
              </a:solidFill>
              <a:latin typeface="Arial" panose="020B0604020202020204" pitchFamily="34" charset="0"/>
            </a:endParaRPr>
          </a:p>
          <a:p>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6AF1DEA6-FD82-5418-40AB-7D53E619AF8A}"/>
              </a:ext>
            </a:extLst>
          </p:cNvPr>
          <p:cNvSpPr>
            <a:spLocks noGrp="1" noRot="1" noChangeAspect="1" noChangeArrowheads="1" noTextEdit="1"/>
          </p:cNvSpPr>
          <p:nvPr>
            <p:ph type="sldImg"/>
          </p:nvPr>
        </p:nvSpPr>
        <p:spPr>
          <a:ln/>
        </p:spPr>
      </p:sp>
      <p:sp>
        <p:nvSpPr>
          <p:cNvPr id="66563" name="Notes Placeholder 2">
            <a:extLst>
              <a:ext uri="{FF2B5EF4-FFF2-40B4-BE49-F238E27FC236}">
                <a16:creationId xmlns:a16="http://schemas.microsoft.com/office/drawing/2014/main" id="{4BC3FE0A-D2F8-BF87-7745-E4074C9435F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spcBef>
                <a:spcPct val="0"/>
              </a:spcBef>
            </a:pPr>
            <a:r>
              <a:rPr lang="en-US" altLang="en-US" b="1">
                <a:solidFill>
                  <a:srgbClr val="0070C0"/>
                </a:solidFill>
                <a:latin typeface="Arial" panose="020B0604020202020204" pitchFamily="34" charset="0"/>
              </a:rPr>
              <a:t>CREATE TABLE </a:t>
            </a:r>
            <a:r>
              <a:rPr lang="en-US" altLang="en-US">
                <a:solidFill>
                  <a:srgbClr val="000000"/>
                </a:solidFill>
                <a:latin typeface="Arial" panose="020B0604020202020204" pitchFamily="34" charset="0"/>
              </a:rPr>
              <a:t>Department(     Id   </a:t>
            </a:r>
            <a:r>
              <a:rPr lang="en-US" altLang="en-US" b="1">
                <a:solidFill>
                  <a:srgbClr val="0070C0"/>
                </a:solidFill>
                <a:latin typeface="Arial" panose="020B0604020202020204" pitchFamily="34" charset="0"/>
              </a:rPr>
              <a:t>INT PRIMARY KEY</a:t>
            </a:r>
            <a:r>
              <a:rPr lang="en-US" altLang="en-US">
                <a:solidFill>
                  <a:srgbClr val="000000"/>
                </a:solidFill>
                <a:latin typeface="Arial" panose="020B0604020202020204" pitchFamily="34" charset="0"/>
              </a:rPr>
              <a:t>,     </a:t>
            </a:r>
            <a:r>
              <a:rPr lang="en-US" altLang="en-US" b="1">
                <a:solidFill>
                  <a:srgbClr val="0070C0"/>
                </a:solidFill>
                <a:latin typeface="Arial" panose="020B0604020202020204" pitchFamily="34" charset="0"/>
              </a:rPr>
              <a:t>Name NVARCHAR(50) </a:t>
            </a:r>
            <a:r>
              <a:rPr lang="en-US" altLang="en-US">
                <a:solidFill>
                  <a:srgbClr val="000000"/>
                </a:solidFill>
                <a:latin typeface="Arial" panose="020B0604020202020204" pitchFamily="34" charset="0"/>
              </a:rPr>
              <a:t>)</a:t>
            </a:r>
          </a:p>
          <a:p>
            <a:pPr eaLnBrk="1" hangingPunct="1">
              <a:spcBef>
                <a:spcPct val="0"/>
              </a:spcBef>
            </a:pPr>
            <a:r>
              <a:rPr lang="en-US" altLang="en-US">
                <a:solidFill>
                  <a:srgbClr val="000000"/>
                </a:solidFill>
                <a:latin typeface="Arial" panose="020B0604020202020204" pitchFamily="34" charset="0"/>
              </a:rPr>
              <a:t>ENGINE=INNODB;</a:t>
            </a:r>
            <a:endParaRPr lang="th-TH" altLang="en-US">
              <a:solidFill>
                <a:srgbClr val="000000"/>
              </a:solidFill>
              <a:latin typeface="Arial" panose="020B0604020202020204" pitchFamily="34" charset="0"/>
            </a:endParaRPr>
          </a:p>
          <a:p>
            <a:pPr eaLnBrk="1" hangingPunct="1">
              <a:spcBef>
                <a:spcPct val="0"/>
              </a:spcBef>
            </a:pPr>
            <a:endParaRPr lang="th-TH" altLang="en-US">
              <a:solidFill>
                <a:srgbClr val="000000"/>
              </a:solidFill>
              <a:latin typeface="Arial" panose="020B0604020202020204" pitchFamily="34" charset="0"/>
            </a:endParaRPr>
          </a:p>
          <a:p>
            <a:pPr eaLnBrk="1" hangingPunct="1">
              <a:spcBef>
                <a:spcPct val="0"/>
              </a:spcBef>
            </a:pPr>
            <a:r>
              <a:rPr lang="en-US" altLang="en-US">
                <a:solidFill>
                  <a:srgbClr val="000000"/>
                </a:solidFill>
                <a:latin typeface="Arial" panose="020B0604020202020204" pitchFamily="34" charset="0"/>
              </a:rPr>
              <a:t>-- Insert some test data in Department Table</a:t>
            </a:r>
            <a:endParaRPr lang="th-TH" altLang="en-US">
              <a:solidFill>
                <a:srgbClr val="000000"/>
              </a:solidFill>
              <a:latin typeface="Arial" panose="020B0604020202020204" pitchFamily="34" charset="0"/>
            </a:endParaRPr>
          </a:p>
          <a:p>
            <a:pPr eaLnBrk="1" hangingPunct="1">
              <a:spcBef>
                <a:spcPct val="0"/>
              </a:spcBef>
            </a:pPr>
            <a:r>
              <a:rPr lang="en-US" altLang="en-US" b="1">
                <a:solidFill>
                  <a:srgbClr val="0070C0"/>
                </a:solidFill>
                <a:latin typeface="Arial" panose="020B0604020202020204" pitchFamily="34" charset="0"/>
              </a:rPr>
              <a:t>Insert </a:t>
            </a:r>
            <a:r>
              <a:rPr lang="th-TH" altLang="en-US" b="1">
                <a:solidFill>
                  <a:srgbClr val="0070C0"/>
                </a:solidFill>
                <a:latin typeface="Arial" panose="020B0604020202020204" pitchFamily="34" charset="0"/>
              </a:rPr>
              <a:t>  </a:t>
            </a:r>
            <a:r>
              <a:rPr lang="en-US" altLang="en-US" b="1">
                <a:solidFill>
                  <a:srgbClr val="0070C0"/>
                </a:solidFill>
                <a:latin typeface="Arial" panose="020B0604020202020204" pitchFamily="34" charset="0"/>
              </a:rPr>
              <a:t>into </a:t>
            </a:r>
            <a:r>
              <a:rPr lang="th-TH" altLang="en-US" b="1">
                <a:solidFill>
                  <a:srgbClr val="0070C0"/>
                </a:solidFill>
                <a:latin typeface="Arial" panose="020B0604020202020204" pitchFamily="34" charset="0"/>
              </a:rPr>
              <a:t>  </a:t>
            </a:r>
            <a:r>
              <a:rPr lang="en-US" altLang="en-US">
                <a:solidFill>
                  <a:srgbClr val="000000"/>
                </a:solidFill>
                <a:latin typeface="Arial" panose="020B0604020202020204" pitchFamily="34" charset="0"/>
              </a:rPr>
              <a:t>Department values (10, 'IT');</a:t>
            </a:r>
            <a:endParaRPr lang="th-TH" altLang="en-US">
              <a:solidFill>
                <a:srgbClr val="000000"/>
              </a:solidFill>
              <a:latin typeface="Arial" panose="020B0604020202020204" pitchFamily="34" charset="0"/>
            </a:endParaRPr>
          </a:p>
          <a:p>
            <a:pPr eaLnBrk="1" hangingPunct="1">
              <a:spcBef>
                <a:spcPct val="0"/>
              </a:spcBef>
            </a:pPr>
            <a:r>
              <a:rPr lang="en-US" altLang="en-US" b="1">
                <a:solidFill>
                  <a:srgbClr val="0070C0"/>
                </a:solidFill>
                <a:latin typeface="Arial" panose="020B0604020202020204" pitchFamily="34" charset="0"/>
              </a:rPr>
              <a:t>Insert </a:t>
            </a:r>
            <a:r>
              <a:rPr lang="th-TH" altLang="en-US" b="1">
                <a:solidFill>
                  <a:srgbClr val="0070C0"/>
                </a:solidFill>
                <a:latin typeface="Arial" panose="020B0604020202020204" pitchFamily="34" charset="0"/>
              </a:rPr>
              <a:t>  </a:t>
            </a:r>
            <a:r>
              <a:rPr lang="en-US" altLang="en-US" b="1">
                <a:solidFill>
                  <a:srgbClr val="0070C0"/>
                </a:solidFill>
                <a:latin typeface="Arial" panose="020B0604020202020204" pitchFamily="34" charset="0"/>
              </a:rPr>
              <a:t>into </a:t>
            </a:r>
            <a:r>
              <a:rPr lang="th-TH" altLang="en-US" b="1">
                <a:solidFill>
                  <a:srgbClr val="0070C0"/>
                </a:solidFill>
                <a:latin typeface="Arial" panose="020B0604020202020204" pitchFamily="34" charset="0"/>
              </a:rPr>
              <a:t>  </a:t>
            </a:r>
            <a:r>
              <a:rPr lang="en-US" altLang="en-US">
                <a:solidFill>
                  <a:srgbClr val="000000"/>
                </a:solidFill>
                <a:latin typeface="Arial" panose="020B0604020202020204" pitchFamily="34" charset="0"/>
              </a:rPr>
              <a:t>Department values (20, 'HR');</a:t>
            </a:r>
            <a:endParaRPr lang="th-TH" altLang="en-US">
              <a:solidFill>
                <a:srgbClr val="000000"/>
              </a:solidFill>
              <a:latin typeface="Arial" panose="020B0604020202020204" pitchFamily="34" charset="0"/>
            </a:endParaRPr>
          </a:p>
          <a:p>
            <a:pPr eaLnBrk="1" hangingPunct="1">
              <a:spcBef>
                <a:spcPct val="0"/>
              </a:spcBef>
            </a:pPr>
            <a:r>
              <a:rPr lang="en-US" altLang="en-US" b="1">
                <a:solidFill>
                  <a:srgbClr val="0070C0"/>
                </a:solidFill>
                <a:latin typeface="Arial" panose="020B0604020202020204" pitchFamily="34" charset="0"/>
              </a:rPr>
              <a:t>Insert </a:t>
            </a:r>
            <a:r>
              <a:rPr lang="th-TH" altLang="en-US" b="1">
                <a:solidFill>
                  <a:srgbClr val="0070C0"/>
                </a:solidFill>
                <a:latin typeface="Arial" panose="020B0604020202020204" pitchFamily="34" charset="0"/>
              </a:rPr>
              <a:t>  </a:t>
            </a:r>
            <a:r>
              <a:rPr lang="en-US" altLang="en-US" b="1">
                <a:solidFill>
                  <a:srgbClr val="0070C0"/>
                </a:solidFill>
                <a:latin typeface="Arial" panose="020B0604020202020204" pitchFamily="34" charset="0"/>
              </a:rPr>
              <a:t>into </a:t>
            </a:r>
            <a:r>
              <a:rPr lang="th-TH" altLang="en-US" b="1">
                <a:solidFill>
                  <a:srgbClr val="0070C0"/>
                </a:solidFill>
                <a:latin typeface="Arial" panose="020B0604020202020204" pitchFamily="34" charset="0"/>
              </a:rPr>
              <a:t>  </a:t>
            </a:r>
            <a:r>
              <a:rPr lang="en-US" altLang="en-US">
                <a:solidFill>
                  <a:srgbClr val="000000"/>
                </a:solidFill>
                <a:latin typeface="Arial" panose="020B0604020202020204" pitchFamily="34" charset="0"/>
              </a:rPr>
              <a:t>Department values (30, 'INFRA');</a:t>
            </a:r>
            <a:endParaRPr lang="th-TH" altLang="en-US">
              <a:solidFill>
                <a:srgbClr val="000000"/>
              </a:solidFill>
              <a:latin typeface="Arial" panose="020B0604020202020204" pitchFamily="34" charset="0"/>
            </a:endParaRPr>
          </a:p>
          <a:p>
            <a:pPr eaLnBrk="1" hangingPunct="1">
              <a:spcBef>
                <a:spcPct val="0"/>
              </a:spcBef>
            </a:pPr>
            <a:endParaRPr lang="en-US" altLang="en-US">
              <a:solidFill>
                <a:srgbClr val="000000"/>
              </a:solidFill>
              <a:latin typeface="Arial" panose="020B0604020202020204" pitchFamily="34" charset="0"/>
            </a:endParaRPr>
          </a:p>
          <a:p>
            <a:pPr eaLnBrk="1" hangingPunct="1">
              <a:spcBef>
                <a:spcPct val="0"/>
              </a:spcBef>
            </a:pPr>
            <a:r>
              <a:rPr lang="en-US" altLang="en-US" b="1">
                <a:solidFill>
                  <a:srgbClr val="0070C0"/>
                </a:solidFill>
                <a:latin typeface="Calibri" panose="020F0502020204030204" pitchFamily="34" charset="0"/>
              </a:rPr>
              <a:t>CREATE</a:t>
            </a:r>
            <a:r>
              <a:rPr lang="en-US"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TABLE</a:t>
            </a:r>
            <a:r>
              <a:rPr lang="en-US" altLang="en-US">
                <a:solidFill>
                  <a:srgbClr val="0070C0"/>
                </a:solidFill>
                <a:latin typeface="Calibri" panose="020F0502020204030204" pitchFamily="34" charset="0"/>
              </a:rPr>
              <a:t> </a:t>
            </a:r>
            <a:r>
              <a:rPr lang="en-US" altLang="en-US">
                <a:solidFill>
                  <a:srgbClr val="000000"/>
                </a:solidFill>
                <a:latin typeface="Calibri" panose="020F0502020204030204" pitchFamily="34" charset="0"/>
              </a:rPr>
              <a:t>Employees(</a:t>
            </a:r>
          </a:p>
          <a:p>
            <a:pPr eaLnBrk="1" hangingPunct="1">
              <a:spcBef>
                <a:spcPct val="0"/>
              </a:spcBef>
            </a:pPr>
            <a:r>
              <a:rPr lang="th-TH" altLang="en-US">
                <a:solidFill>
                  <a:srgbClr val="000000"/>
                </a:solidFill>
                <a:latin typeface="Calibri" panose="020F0502020204030204" pitchFamily="34" charset="0"/>
              </a:rPr>
              <a:t>          </a:t>
            </a:r>
            <a:r>
              <a:rPr lang="en-US" altLang="en-US">
                <a:solidFill>
                  <a:srgbClr val="000000"/>
                </a:solidFill>
                <a:latin typeface="Calibri" panose="020F0502020204030204" pitchFamily="34" charset="0"/>
              </a:rPr>
              <a:t>Id </a:t>
            </a:r>
            <a:r>
              <a:rPr lang="en-US" altLang="en-US" b="1">
                <a:solidFill>
                  <a:srgbClr val="0070C0"/>
                </a:solidFill>
                <a:latin typeface="Calibri" panose="020F0502020204030204" pitchFamily="34" charset="0"/>
              </a:rPr>
              <a:t>INT</a:t>
            </a:r>
            <a:r>
              <a:rPr lang="en-US"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PRIMARY KEY</a:t>
            </a:r>
            <a:r>
              <a:rPr lang="en-US" altLang="en-US">
                <a:solidFill>
                  <a:srgbClr val="000000"/>
                </a:solidFill>
                <a:latin typeface="Calibri" panose="020F0502020204030204" pitchFamily="34" charset="0"/>
              </a:rPr>
              <a:t>,</a:t>
            </a:r>
          </a:p>
          <a:p>
            <a:pPr eaLnBrk="1" hangingPunct="1">
              <a:spcBef>
                <a:spcPct val="0"/>
              </a:spcBef>
            </a:pPr>
            <a:r>
              <a:rPr lang="th-TH" altLang="en-US">
                <a:solidFill>
                  <a:srgbClr val="000000"/>
                </a:solidFill>
                <a:latin typeface="Calibri" panose="020F0502020204030204" pitchFamily="34" charset="0"/>
              </a:rPr>
              <a:t>          </a:t>
            </a:r>
            <a:r>
              <a:rPr lang="en-US" altLang="en-US">
                <a:solidFill>
                  <a:srgbClr val="000000"/>
                </a:solidFill>
                <a:latin typeface="Calibri" panose="020F0502020204030204" pitchFamily="34" charset="0"/>
              </a:rPr>
              <a:t>Name </a:t>
            </a:r>
            <a:r>
              <a:rPr lang="en-US" altLang="en-US" b="1">
                <a:solidFill>
                  <a:srgbClr val="0070C0"/>
                </a:solidFill>
                <a:latin typeface="Calibri" panose="020F0502020204030204" pitchFamily="34" charset="0"/>
              </a:rPr>
              <a:t>VARCHAR</a:t>
            </a:r>
            <a:r>
              <a:rPr lang="en-US" altLang="en-US">
                <a:solidFill>
                  <a:srgbClr val="0070C0"/>
                </a:solidFill>
                <a:latin typeface="Calibri" panose="020F0502020204030204" pitchFamily="34" charset="0"/>
              </a:rPr>
              <a:t>(100) </a:t>
            </a:r>
            <a:r>
              <a:rPr lang="en-US" altLang="en-US" b="1">
                <a:solidFill>
                  <a:srgbClr val="0070C0"/>
                </a:solidFill>
                <a:latin typeface="Calibri" panose="020F0502020204030204" pitchFamily="34" charset="0"/>
              </a:rPr>
              <a:t>NOT NULL</a:t>
            </a:r>
            <a:r>
              <a:rPr lang="en-US" altLang="en-US">
                <a:solidFill>
                  <a:srgbClr val="000000"/>
                </a:solidFill>
                <a:latin typeface="Calibri" panose="020F0502020204030204" pitchFamily="34" charset="0"/>
              </a:rPr>
              <a:t>,</a:t>
            </a:r>
          </a:p>
          <a:p>
            <a:pPr eaLnBrk="1" hangingPunct="1">
              <a:spcBef>
                <a:spcPct val="0"/>
              </a:spcBef>
            </a:pPr>
            <a:r>
              <a:rPr lang="th-TH" altLang="en-US">
                <a:solidFill>
                  <a:srgbClr val="000000"/>
                </a:solidFill>
                <a:latin typeface="Calibri" panose="020F0502020204030204" pitchFamily="34" charset="0"/>
              </a:rPr>
              <a:t>          </a:t>
            </a:r>
            <a:r>
              <a:rPr lang="en-US" altLang="en-US">
                <a:solidFill>
                  <a:srgbClr val="000000"/>
                </a:solidFill>
                <a:latin typeface="Calibri" panose="020F0502020204030204" pitchFamily="34" charset="0"/>
              </a:rPr>
              <a:t>DepartmentID </a:t>
            </a:r>
            <a:r>
              <a:rPr lang="en-US" altLang="en-US" b="1">
                <a:solidFill>
                  <a:srgbClr val="0070C0"/>
                </a:solidFill>
                <a:latin typeface="Calibri" panose="020F0502020204030204" pitchFamily="34" charset="0"/>
              </a:rPr>
              <a:t>INT</a:t>
            </a:r>
            <a:r>
              <a:rPr lang="en-US" altLang="en-US">
                <a:solidFill>
                  <a:srgbClr val="000000"/>
                </a:solidFill>
                <a:latin typeface="Calibri" panose="020F0502020204030204" pitchFamily="34" charset="0"/>
              </a:rPr>
              <a:t>,</a:t>
            </a:r>
          </a:p>
          <a:p>
            <a:pPr eaLnBrk="1" hangingPunct="1">
              <a:spcBef>
                <a:spcPct val="0"/>
              </a:spcBef>
            </a:pPr>
            <a:r>
              <a:rPr lang="th-TH" altLang="en-US" b="1">
                <a:solidFill>
                  <a:srgbClr val="000000"/>
                </a:solidFill>
                <a:latin typeface="Calibri" panose="020F0502020204030204" pitchFamily="34" charset="0"/>
              </a:rPr>
              <a:t>        </a:t>
            </a:r>
            <a:r>
              <a:rPr lang="en-US" altLang="en-US" b="1">
                <a:solidFill>
                  <a:srgbClr val="0070C0"/>
                </a:solidFill>
                <a:latin typeface="Calibri" panose="020F0502020204030204" pitchFamily="34" charset="0"/>
              </a:rPr>
              <a:t>FOREIGN KEY</a:t>
            </a:r>
            <a:r>
              <a:rPr lang="en-US" altLang="en-US">
                <a:solidFill>
                  <a:srgbClr val="0070C0"/>
                </a:solidFill>
                <a:latin typeface="Calibri" panose="020F0502020204030204" pitchFamily="34" charset="0"/>
              </a:rPr>
              <a:t> </a:t>
            </a:r>
            <a:r>
              <a:rPr lang="en-US" altLang="en-US">
                <a:solidFill>
                  <a:srgbClr val="000000"/>
                </a:solidFill>
                <a:latin typeface="Calibri" panose="020F0502020204030204" pitchFamily="34" charset="0"/>
              </a:rPr>
              <a:t>(DepartmentId) </a:t>
            </a:r>
            <a:r>
              <a:rPr lang="en-US" altLang="en-US" b="1">
                <a:solidFill>
                  <a:srgbClr val="0070C0"/>
                </a:solidFill>
                <a:latin typeface="Calibri" panose="020F0502020204030204" pitchFamily="34" charset="0"/>
              </a:rPr>
              <a:t>REFERENCES</a:t>
            </a:r>
            <a:r>
              <a:rPr lang="en-US" altLang="en-US">
                <a:solidFill>
                  <a:srgbClr val="000000"/>
                </a:solidFill>
                <a:latin typeface="Calibri" panose="020F0502020204030204" pitchFamily="34" charset="0"/>
              </a:rPr>
              <a:t> Department(Id)</a:t>
            </a:r>
          </a:p>
          <a:p>
            <a:pPr eaLnBrk="1" hangingPunct="1">
              <a:spcBef>
                <a:spcPct val="0"/>
              </a:spcBef>
            </a:pPr>
            <a:r>
              <a:rPr lang="th-TH" altLang="en-US" b="1">
                <a:solidFill>
                  <a:srgbClr val="000000"/>
                </a:solidFill>
                <a:latin typeface="Calibri" panose="020F0502020204030204" pitchFamily="34" charset="0"/>
              </a:rPr>
              <a:t>        </a:t>
            </a:r>
            <a:r>
              <a:rPr lang="en-US" altLang="en-US" b="1">
                <a:solidFill>
                  <a:srgbClr val="0070C0"/>
                </a:solidFill>
                <a:latin typeface="Calibri" panose="020F0502020204030204" pitchFamily="34" charset="0"/>
              </a:rPr>
              <a:t>ON</a:t>
            </a:r>
            <a:r>
              <a:rPr lang="en-US"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DELETE</a:t>
            </a:r>
            <a:r>
              <a:rPr lang="en-US"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SET</a:t>
            </a:r>
            <a:r>
              <a:rPr lang="en-US"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NULL</a:t>
            </a:r>
            <a:r>
              <a:rPr lang="en-US" altLang="en-US">
                <a:solidFill>
                  <a:srgbClr val="0070C0"/>
                </a:solidFill>
                <a:latin typeface="Calibri" panose="020F0502020204030204" pitchFamily="34" charset="0"/>
              </a:rPr>
              <a:t> </a:t>
            </a:r>
          </a:p>
          <a:p>
            <a:pPr eaLnBrk="1" hangingPunct="1">
              <a:spcBef>
                <a:spcPct val="0"/>
              </a:spcBef>
            </a:pPr>
            <a:r>
              <a:rPr lang="th-TH" altLang="en-US" b="1">
                <a:solidFill>
                  <a:srgbClr val="000000"/>
                </a:solidFill>
                <a:latin typeface="Calibri" panose="020F0502020204030204" pitchFamily="34" charset="0"/>
              </a:rPr>
              <a:t>        </a:t>
            </a:r>
            <a:r>
              <a:rPr lang="en-US" altLang="en-US" b="1">
                <a:solidFill>
                  <a:srgbClr val="0070C0"/>
                </a:solidFill>
                <a:latin typeface="Calibri" panose="020F0502020204030204" pitchFamily="34" charset="0"/>
              </a:rPr>
              <a:t>ON</a:t>
            </a:r>
            <a:r>
              <a:rPr lang="en-US"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UPDATE</a:t>
            </a:r>
            <a:r>
              <a:rPr lang="en-US"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SET</a:t>
            </a:r>
            <a:r>
              <a:rPr lang="en-US"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NULL</a:t>
            </a:r>
            <a:r>
              <a:rPr lang="en-US" altLang="en-US">
                <a:solidFill>
                  <a:srgbClr val="0070C0"/>
                </a:solidFill>
                <a:latin typeface="Calibri" panose="020F0502020204030204" pitchFamily="34" charset="0"/>
              </a:rPr>
              <a:t> </a:t>
            </a:r>
          </a:p>
          <a:p>
            <a:pPr eaLnBrk="1" hangingPunct="1">
              <a:spcBef>
                <a:spcPct val="0"/>
              </a:spcBef>
            </a:pPr>
            <a:r>
              <a:rPr lang="en-US" altLang="en-US">
                <a:solidFill>
                  <a:srgbClr val="000000"/>
                </a:solidFill>
                <a:latin typeface="Calibri" panose="020F0502020204030204" pitchFamily="34" charset="0"/>
              </a:rPr>
              <a:t>) ENGINE=INNODB;</a:t>
            </a:r>
            <a:endParaRPr lang="th-TH" altLang="en-US">
              <a:solidFill>
                <a:srgbClr val="000000"/>
              </a:solidFill>
              <a:latin typeface="Calibri" panose="020F0502020204030204" pitchFamily="34" charset="0"/>
            </a:endParaRPr>
          </a:p>
          <a:p>
            <a:pPr eaLnBrk="1" hangingPunct="1">
              <a:spcBef>
                <a:spcPct val="0"/>
              </a:spcBef>
            </a:pPr>
            <a:endParaRPr lang="th-TH" altLang="en-US">
              <a:solidFill>
                <a:srgbClr val="000000"/>
              </a:solidFill>
              <a:latin typeface="Calibri" panose="020F0502020204030204" pitchFamily="34" charset="0"/>
            </a:endParaRPr>
          </a:p>
          <a:p>
            <a:pPr eaLnBrk="1" hangingPunct="1">
              <a:spcBef>
                <a:spcPct val="0"/>
              </a:spcBef>
            </a:pPr>
            <a:r>
              <a:rPr lang="en-US" altLang="en-US" b="1">
                <a:solidFill>
                  <a:srgbClr val="0070C0"/>
                </a:solidFill>
                <a:latin typeface="Calibri" panose="020F0502020204030204" pitchFamily="34" charset="0"/>
              </a:rPr>
              <a:t>INSERT</a:t>
            </a:r>
            <a:r>
              <a:rPr lang="th-TH" altLang="en-US" b="1">
                <a:solidFill>
                  <a:srgbClr val="0070C0"/>
                </a:solidFill>
                <a:latin typeface="Calibri" panose="020F0502020204030204" pitchFamily="34" charset="0"/>
              </a:rPr>
              <a:t>  </a:t>
            </a:r>
            <a:r>
              <a:rPr lang="en-US"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into</a:t>
            </a:r>
            <a:r>
              <a:rPr lang="en-US" altLang="en-US">
                <a:solidFill>
                  <a:srgbClr val="0070C0"/>
                </a:solidFill>
                <a:latin typeface="Calibri" panose="020F0502020204030204" pitchFamily="34" charset="0"/>
              </a:rPr>
              <a:t> </a:t>
            </a:r>
            <a:r>
              <a:rPr lang="th-TH" altLang="en-US">
                <a:solidFill>
                  <a:srgbClr val="0070C0"/>
                </a:solidFill>
                <a:latin typeface="Calibri" panose="020F0502020204030204" pitchFamily="34" charset="0"/>
              </a:rPr>
              <a:t>  </a:t>
            </a:r>
            <a:r>
              <a:rPr lang="en-US" altLang="en-US">
                <a:solidFill>
                  <a:srgbClr val="000000"/>
                </a:solidFill>
                <a:latin typeface="Calibri" panose="020F0502020204030204" pitchFamily="34" charset="0"/>
              </a:rPr>
              <a:t>Employees </a:t>
            </a:r>
            <a:r>
              <a:rPr lang="en-US" altLang="en-US" b="1">
                <a:solidFill>
                  <a:srgbClr val="000000"/>
                </a:solidFill>
                <a:latin typeface="Calibri" panose="020F0502020204030204" pitchFamily="34" charset="0"/>
              </a:rPr>
              <a:t>VALUES</a:t>
            </a:r>
            <a:r>
              <a:rPr lang="en-US" altLang="en-US">
                <a:solidFill>
                  <a:srgbClr val="000000"/>
                </a:solidFill>
                <a:latin typeface="Calibri" panose="020F0502020204030204" pitchFamily="34" charset="0"/>
              </a:rPr>
              <a:t> (101, 'Anurag', 10); </a:t>
            </a:r>
          </a:p>
          <a:p>
            <a:pPr eaLnBrk="1" hangingPunct="1">
              <a:spcBef>
                <a:spcPct val="0"/>
              </a:spcBef>
            </a:pPr>
            <a:r>
              <a:rPr lang="en-US" altLang="en-US" b="1">
                <a:solidFill>
                  <a:srgbClr val="0070C0"/>
                </a:solidFill>
                <a:latin typeface="Calibri" panose="020F0502020204030204" pitchFamily="34" charset="0"/>
              </a:rPr>
              <a:t>INSERT</a:t>
            </a:r>
            <a:r>
              <a:rPr lang="en-US" altLang="en-US">
                <a:solidFill>
                  <a:srgbClr val="0070C0"/>
                </a:solidFill>
                <a:latin typeface="Calibri" panose="020F0502020204030204" pitchFamily="34" charset="0"/>
              </a:rPr>
              <a:t> </a:t>
            </a:r>
            <a:r>
              <a:rPr lang="th-TH"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into</a:t>
            </a:r>
            <a:r>
              <a:rPr lang="en-US" altLang="en-US">
                <a:solidFill>
                  <a:srgbClr val="0070C0"/>
                </a:solidFill>
                <a:latin typeface="Calibri" panose="020F0502020204030204" pitchFamily="34" charset="0"/>
              </a:rPr>
              <a:t> </a:t>
            </a:r>
            <a:r>
              <a:rPr lang="th-TH" altLang="en-US">
                <a:solidFill>
                  <a:srgbClr val="0070C0"/>
                </a:solidFill>
                <a:latin typeface="Calibri" panose="020F0502020204030204" pitchFamily="34" charset="0"/>
              </a:rPr>
              <a:t>  </a:t>
            </a:r>
            <a:r>
              <a:rPr lang="en-US" altLang="en-US">
                <a:solidFill>
                  <a:srgbClr val="000000"/>
                </a:solidFill>
                <a:latin typeface="Calibri" panose="020F0502020204030204" pitchFamily="34" charset="0"/>
              </a:rPr>
              <a:t>Employees </a:t>
            </a:r>
            <a:r>
              <a:rPr lang="en-US" altLang="en-US" b="1">
                <a:solidFill>
                  <a:srgbClr val="000000"/>
                </a:solidFill>
                <a:latin typeface="Calibri" panose="020F0502020204030204" pitchFamily="34" charset="0"/>
              </a:rPr>
              <a:t>VALUES</a:t>
            </a:r>
            <a:r>
              <a:rPr lang="en-US" altLang="en-US">
                <a:solidFill>
                  <a:srgbClr val="000000"/>
                </a:solidFill>
                <a:latin typeface="Calibri" panose="020F0502020204030204" pitchFamily="34" charset="0"/>
              </a:rPr>
              <a:t> (102, 'Pranaya', 20); </a:t>
            </a:r>
          </a:p>
          <a:p>
            <a:pPr eaLnBrk="1" hangingPunct="1">
              <a:spcBef>
                <a:spcPct val="0"/>
              </a:spcBef>
            </a:pPr>
            <a:r>
              <a:rPr lang="en-US" altLang="en-US" b="1">
                <a:solidFill>
                  <a:srgbClr val="0070C0"/>
                </a:solidFill>
                <a:latin typeface="Calibri" panose="020F0502020204030204" pitchFamily="34" charset="0"/>
              </a:rPr>
              <a:t>INSERT</a:t>
            </a:r>
            <a:r>
              <a:rPr lang="en-US" altLang="en-US">
                <a:solidFill>
                  <a:srgbClr val="0070C0"/>
                </a:solidFill>
                <a:latin typeface="Calibri" panose="020F0502020204030204" pitchFamily="34" charset="0"/>
              </a:rPr>
              <a:t> </a:t>
            </a:r>
            <a:r>
              <a:rPr lang="th-TH" altLang="en-US">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into</a:t>
            </a:r>
            <a:r>
              <a:rPr lang="en-US" altLang="en-US">
                <a:solidFill>
                  <a:srgbClr val="0070C0"/>
                </a:solidFill>
                <a:latin typeface="Calibri" panose="020F0502020204030204" pitchFamily="34" charset="0"/>
              </a:rPr>
              <a:t> </a:t>
            </a:r>
            <a:r>
              <a:rPr lang="th-TH" altLang="en-US">
                <a:solidFill>
                  <a:srgbClr val="0070C0"/>
                </a:solidFill>
                <a:latin typeface="Calibri" panose="020F0502020204030204" pitchFamily="34" charset="0"/>
              </a:rPr>
              <a:t>  </a:t>
            </a:r>
            <a:r>
              <a:rPr lang="en-US" altLang="en-US">
                <a:solidFill>
                  <a:srgbClr val="000000"/>
                </a:solidFill>
                <a:latin typeface="Calibri" panose="020F0502020204030204" pitchFamily="34" charset="0"/>
              </a:rPr>
              <a:t>Employees </a:t>
            </a:r>
            <a:r>
              <a:rPr lang="en-US" altLang="en-US" b="1">
                <a:solidFill>
                  <a:srgbClr val="000000"/>
                </a:solidFill>
                <a:latin typeface="Calibri" panose="020F0502020204030204" pitchFamily="34" charset="0"/>
              </a:rPr>
              <a:t>VALUES</a:t>
            </a:r>
            <a:r>
              <a:rPr lang="en-US" altLang="en-US">
                <a:solidFill>
                  <a:srgbClr val="000000"/>
                </a:solidFill>
                <a:latin typeface="Calibri" panose="020F0502020204030204" pitchFamily="34" charset="0"/>
              </a:rPr>
              <a:t> (103, 'Hina', 30);</a:t>
            </a:r>
          </a:p>
          <a:p>
            <a:pPr eaLnBrk="1" hangingPunct="1">
              <a:spcBef>
                <a:spcPct val="0"/>
              </a:spcBef>
            </a:pPr>
            <a:r>
              <a:rPr lang="en-US" altLang="en-US" b="1">
                <a:solidFill>
                  <a:srgbClr val="0070C0"/>
                </a:solidFill>
                <a:latin typeface="Calibri" panose="020F0502020204030204" pitchFamily="34" charset="0"/>
              </a:rPr>
              <a:t>INSERT </a:t>
            </a:r>
            <a:r>
              <a:rPr lang="th-TH" altLang="en-US" b="1">
                <a:solidFill>
                  <a:srgbClr val="0070C0"/>
                </a:solidFill>
                <a:latin typeface="Calibri" panose="020F0502020204030204" pitchFamily="34" charset="0"/>
              </a:rPr>
              <a:t> </a:t>
            </a:r>
            <a:r>
              <a:rPr lang="en-US" altLang="en-US" b="1">
                <a:solidFill>
                  <a:srgbClr val="0070C0"/>
                </a:solidFill>
                <a:latin typeface="Calibri" panose="020F0502020204030204" pitchFamily="34" charset="0"/>
              </a:rPr>
              <a:t>into </a:t>
            </a:r>
            <a:r>
              <a:rPr lang="th-TH" altLang="en-US" b="1">
                <a:solidFill>
                  <a:srgbClr val="0070C0"/>
                </a:solidFill>
                <a:latin typeface="Calibri" panose="020F0502020204030204" pitchFamily="34" charset="0"/>
              </a:rPr>
              <a:t>  </a:t>
            </a:r>
            <a:r>
              <a:rPr lang="en-US" altLang="en-US">
                <a:solidFill>
                  <a:srgbClr val="000000"/>
                </a:solidFill>
                <a:latin typeface="Calibri" panose="020F0502020204030204" pitchFamily="34" charset="0"/>
              </a:rPr>
              <a:t>Employees</a:t>
            </a:r>
            <a:r>
              <a:rPr lang="en-US" altLang="en-US" b="1">
                <a:solidFill>
                  <a:srgbClr val="000000"/>
                </a:solidFill>
                <a:latin typeface="Calibri" panose="020F0502020204030204" pitchFamily="34" charset="0"/>
              </a:rPr>
              <a:t> VALUES </a:t>
            </a:r>
            <a:r>
              <a:rPr lang="en-US" altLang="en-US">
                <a:solidFill>
                  <a:srgbClr val="000000"/>
                </a:solidFill>
                <a:latin typeface="Calibri" panose="020F0502020204030204" pitchFamily="34" charset="0"/>
              </a:rPr>
              <a:t>(104, 'apirak', 10); </a:t>
            </a:r>
          </a:p>
          <a:p>
            <a:pPr eaLnBrk="1" hangingPunct="1">
              <a:spcBef>
                <a:spcPct val="0"/>
              </a:spcBef>
            </a:pPr>
            <a:endParaRPr lang="en-US" altLang="en-US">
              <a:solidFill>
                <a:srgbClr val="000000"/>
              </a:solidFill>
              <a:latin typeface="Calibri" panose="020F0502020204030204" pitchFamily="34" charset="0"/>
            </a:endParaRPr>
          </a:p>
          <a:p>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5855F-F6BA-5244-962B-803AA73845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482875-EE79-695B-F1FB-0EA636D8AA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6CF124-ACDA-F213-47CC-BC6BCAD64A31}"/>
              </a:ext>
            </a:extLst>
          </p:cNvPr>
          <p:cNvSpPr>
            <a:spLocks noGrp="1"/>
          </p:cNvSpPr>
          <p:nvPr>
            <p:ph type="dt" sz="half" idx="10"/>
          </p:nvPr>
        </p:nvSpPr>
        <p:spPr/>
        <p:txBody>
          <a:bodyPr/>
          <a:lstStyle/>
          <a:p>
            <a:fld id="{8FC250B4-AA0F-4F96-8F8F-2C4CD426623E}" type="datetimeFigureOut">
              <a:rPr lang="en-US" smtClean="0"/>
              <a:t>08/24/26</a:t>
            </a:fld>
            <a:endParaRPr lang="en-US"/>
          </a:p>
        </p:txBody>
      </p:sp>
      <p:sp>
        <p:nvSpPr>
          <p:cNvPr id="5" name="Footer Placeholder 4">
            <a:extLst>
              <a:ext uri="{FF2B5EF4-FFF2-40B4-BE49-F238E27FC236}">
                <a16:creationId xmlns:a16="http://schemas.microsoft.com/office/drawing/2014/main" id="{143D2A00-CC24-1B36-D227-5F1F505887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2DE0C-09FB-1B46-B08B-3004DEC6FF86}"/>
              </a:ext>
            </a:extLst>
          </p:cNvPr>
          <p:cNvSpPr>
            <a:spLocks noGrp="1"/>
          </p:cNvSpPr>
          <p:nvPr>
            <p:ph type="sldNum" sz="quarter" idx="12"/>
          </p:nvPr>
        </p:nvSpPr>
        <p:spPr/>
        <p:txBody>
          <a:bodyPr/>
          <a:lstStyle/>
          <a:p>
            <a:fld id="{9AC82583-F550-42AB-81A2-30A5291A861A}" type="slidenum">
              <a:rPr lang="en-US" smtClean="0"/>
              <a:t>‹#›</a:t>
            </a:fld>
            <a:endParaRPr lang="en-US"/>
          </a:p>
        </p:txBody>
      </p:sp>
    </p:spTree>
    <p:extLst>
      <p:ext uri="{BB962C8B-B14F-4D97-AF65-F5344CB8AC3E}">
        <p14:creationId xmlns:p14="http://schemas.microsoft.com/office/powerpoint/2010/main" val="3654566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E3F1-468F-A39E-B1B2-C7C0476252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467F86-3087-D3DA-EF68-EE91B682CA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6BAF20-37EF-B590-DD2A-F144DF4BDB51}"/>
              </a:ext>
            </a:extLst>
          </p:cNvPr>
          <p:cNvSpPr>
            <a:spLocks noGrp="1"/>
          </p:cNvSpPr>
          <p:nvPr>
            <p:ph type="dt" sz="half" idx="10"/>
          </p:nvPr>
        </p:nvSpPr>
        <p:spPr/>
        <p:txBody>
          <a:bodyPr/>
          <a:lstStyle/>
          <a:p>
            <a:fld id="{8FC250B4-AA0F-4F96-8F8F-2C4CD426623E}" type="datetimeFigureOut">
              <a:rPr lang="en-US" smtClean="0"/>
              <a:t>08/24/26</a:t>
            </a:fld>
            <a:endParaRPr lang="en-US"/>
          </a:p>
        </p:txBody>
      </p:sp>
      <p:sp>
        <p:nvSpPr>
          <p:cNvPr id="5" name="Footer Placeholder 4">
            <a:extLst>
              <a:ext uri="{FF2B5EF4-FFF2-40B4-BE49-F238E27FC236}">
                <a16:creationId xmlns:a16="http://schemas.microsoft.com/office/drawing/2014/main" id="{609A64C4-D3E1-A272-D99A-412BE917D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C779C5-275C-BD52-63FA-B1E4B8BED50F}"/>
              </a:ext>
            </a:extLst>
          </p:cNvPr>
          <p:cNvSpPr>
            <a:spLocks noGrp="1"/>
          </p:cNvSpPr>
          <p:nvPr>
            <p:ph type="sldNum" sz="quarter" idx="12"/>
          </p:nvPr>
        </p:nvSpPr>
        <p:spPr/>
        <p:txBody>
          <a:bodyPr/>
          <a:lstStyle/>
          <a:p>
            <a:fld id="{9AC82583-F550-42AB-81A2-30A5291A861A}" type="slidenum">
              <a:rPr lang="en-US" smtClean="0"/>
              <a:t>‹#›</a:t>
            </a:fld>
            <a:endParaRPr lang="en-US"/>
          </a:p>
        </p:txBody>
      </p:sp>
    </p:spTree>
    <p:extLst>
      <p:ext uri="{BB962C8B-B14F-4D97-AF65-F5344CB8AC3E}">
        <p14:creationId xmlns:p14="http://schemas.microsoft.com/office/powerpoint/2010/main" val="347808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39AE1-FC69-0B64-E259-945AC40236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3715C5-2179-30AB-C6E1-8176D4F4F9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737A7-BF31-5A60-D723-C8EE723E532B}"/>
              </a:ext>
            </a:extLst>
          </p:cNvPr>
          <p:cNvSpPr>
            <a:spLocks noGrp="1"/>
          </p:cNvSpPr>
          <p:nvPr>
            <p:ph type="dt" sz="half" idx="10"/>
          </p:nvPr>
        </p:nvSpPr>
        <p:spPr/>
        <p:txBody>
          <a:bodyPr/>
          <a:lstStyle/>
          <a:p>
            <a:fld id="{8FC250B4-AA0F-4F96-8F8F-2C4CD426623E}" type="datetimeFigureOut">
              <a:rPr lang="en-US" smtClean="0"/>
              <a:t>08/24/26</a:t>
            </a:fld>
            <a:endParaRPr lang="en-US"/>
          </a:p>
        </p:txBody>
      </p:sp>
      <p:sp>
        <p:nvSpPr>
          <p:cNvPr id="5" name="Footer Placeholder 4">
            <a:extLst>
              <a:ext uri="{FF2B5EF4-FFF2-40B4-BE49-F238E27FC236}">
                <a16:creationId xmlns:a16="http://schemas.microsoft.com/office/drawing/2014/main" id="{100AD6A0-0E59-3FD3-5250-47D6D93845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D4D296-1E46-A1F0-A3C2-1FEEECBE4781}"/>
              </a:ext>
            </a:extLst>
          </p:cNvPr>
          <p:cNvSpPr>
            <a:spLocks noGrp="1"/>
          </p:cNvSpPr>
          <p:nvPr>
            <p:ph type="sldNum" sz="quarter" idx="12"/>
          </p:nvPr>
        </p:nvSpPr>
        <p:spPr/>
        <p:txBody>
          <a:bodyPr/>
          <a:lstStyle/>
          <a:p>
            <a:fld id="{9AC82583-F550-42AB-81A2-30A5291A861A}" type="slidenum">
              <a:rPr lang="en-US" smtClean="0"/>
              <a:t>‹#›</a:t>
            </a:fld>
            <a:endParaRPr lang="en-US"/>
          </a:p>
        </p:txBody>
      </p:sp>
    </p:spTree>
    <p:extLst>
      <p:ext uri="{BB962C8B-B14F-4D97-AF65-F5344CB8AC3E}">
        <p14:creationId xmlns:p14="http://schemas.microsoft.com/office/powerpoint/2010/main" val="953858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44C1-F865-C38B-144F-43E2A3022F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020ECC-1D2F-9A67-A034-BBA289250F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D23226-5219-FBA2-80A9-BAD2FEED39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19F84A-9832-0250-9CF7-6E8F95E9C478}"/>
              </a:ext>
            </a:extLst>
          </p:cNvPr>
          <p:cNvSpPr>
            <a:spLocks noGrp="1"/>
          </p:cNvSpPr>
          <p:nvPr>
            <p:ph type="dt" sz="half" idx="10"/>
          </p:nvPr>
        </p:nvSpPr>
        <p:spPr/>
        <p:txBody>
          <a:bodyPr/>
          <a:lstStyle/>
          <a:p>
            <a:fld id="{8FC250B4-AA0F-4F96-8F8F-2C4CD426623E}" type="datetimeFigureOut">
              <a:rPr lang="en-US" smtClean="0"/>
              <a:t>08/24/26</a:t>
            </a:fld>
            <a:endParaRPr lang="en-US"/>
          </a:p>
        </p:txBody>
      </p:sp>
      <p:sp>
        <p:nvSpPr>
          <p:cNvPr id="6" name="Footer Placeholder 5">
            <a:extLst>
              <a:ext uri="{FF2B5EF4-FFF2-40B4-BE49-F238E27FC236}">
                <a16:creationId xmlns:a16="http://schemas.microsoft.com/office/drawing/2014/main" id="{252635BB-E41B-E4A9-0709-3F6DBC58EE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234CAC-7E26-776D-4D40-D9BDF538C3E6}"/>
              </a:ext>
            </a:extLst>
          </p:cNvPr>
          <p:cNvSpPr>
            <a:spLocks noGrp="1"/>
          </p:cNvSpPr>
          <p:nvPr>
            <p:ph type="sldNum" sz="quarter" idx="12"/>
          </p:nvPr>
        </p:nvSpPr>
        <p:spPr/>
        <p:txBody>
          <a:bodyPr/>
          <a:lstStyle/>
          <a:p>
            <a:fld id="{9AC82583-F550-42AB-81A2-30A5291A861A}" type="slidenum">
              <a:rPr lang="en-US" smtClean="0"/>
              <a:t>‹#›</a:t>
            </a:fld>
            <a:endParaRPr lang="en-US"/>
          </a:p>
        </p:txBody>
      </p:sp>
    </p:spTree>
    <p:extLst>
      <p:ext uri="{BB962C8B-B14F-4D97-AF65-F5344CB8AC3E}">
        <p14:creationId xmlns:p14="http://schemas.microsoft.com/office/powerpoint/2010/main" val="4037663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05355-5BCF-EF33-E35D-3438B8D350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DDC7FE-86D9-A46F-A5C9-A4F950B19F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761368-BB88-79F6-FE6E-544D8626CE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A50D638-069A-C346-D259-5AEFBCE6B3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142159-A2CF-53AB-898A-85012B61F1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6AD2BE-526A-72B9-0659-6BB04FF9483D}"/>
              </a:ext>
            </a:extLst>
          </p:cNvPr>
          <p:cNvSpPr>
            <a:spLocks noGrp="1"/>
          </p:cNvSpPr>
          <p:nvPr>
            <p:ph type="dt" sz="half" idx="10"/>
          </p:nvPr>
        </p:nvSpPr>
        <p:spPr/>
        <p:txBody>
          <a:bodyPr/>
          <a:lstStyle/>
          <a:p>
            <a:fld id="{8FC250B4-AA0F-4F96-8F8F-2C4CD426623E}" type="datetimeFigureOut">
              <a:rPr lang="en-US" smtClean="0"/>
              <a:t>08/24/26</a:t>
            </a:fld>
            <a:endParaRPr lang="en-US"/>
          </a:p>
        </p:txBody>
      </p:sp>
      <p:sp>
        <p:nvSpPr>
          <p:cNvPr id="8" name="Footer Placeholder 7">
            <a:extLst>
              <a:ext uri="{FF2B5EF4-FFF2-40B4-BE49-F238E27FC236}">
                <a16:creationId xmlns:a16="http://schemas.microsoft.com/office/drawing/2014/main" id="{91E0317A-F144-2489-7856-473575188E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F6C439-4E40-1488-727B-4275D252AA69}"/>
              </a:ext>
            </a:extLst>
          </p:cNvPr>
          <p:cNvSpPr>
            <a:spLocks noGrp="1"/>
          </p:cNvSpPr>
          <p:nvPr>
            <p:ph type="sldNum" sz="quarter" idx="12"/>
          </p:nvPr>
        </p:nvSpPr>
        <p:spPr/>
        <p:txBody>
          <a:bodyPr/>
          <a:lstStyle/>
          <a:p>
            <a:fld id="{9AC82583-F550-42AB-81A2-30A5291A861A}" type="slidenum">
              <a:rPr lang="en-US" smtClean="0"/>
              <a:t>‹#›</a:t>
            </a:fld>
            <a:endParaRPr lang="en-US"/>
          </a:p>
        </p:txBody>
      </p:sp>
    </p:spTree>
    <p:extLst>
      <p:ext uri="{BB962C8B-B14F-4D97-AF65-F5344CB8AC3E}">
        <p14:creationId xmlns:p14="http://schemas.microsoft.com/office/powerpoint/2010/main" val="2394810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DF64F-2EA3-6EBF-72AC-6BB19A7055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4BD4AB-019C-2E27-9AE3-447CFC902550}"/>
              </a:ext>
            </a:extLst>
          </p:cNvPr>
          <p:cNvSpPr>
            <a:spLocks noGrp="1"/>
          </p:cNvSpPr>
          <p:nvPr>
            <p:ph type="dt" sz="half" idx="10"/>
          </p:nvPr>
        </p:nvSpPr>
        <p:spPr/>
        <p:txBody>
          <a:bodyPr/>
          <a:lstStyle/>
          <a:p>
            <a:fld id="{8FC250B4-AA0F-4F96-8F8F-2C4CD426623E}" type="datetimeFigureOut">
              <a:rPr lang="en-US" smtClean="0"/>
              <a:t>08/24/26</a:t>
            </a:fld>
            <a:endParaRPr lang="en-US"/>
          </a:p>
        </p:txBody>
      </p:sp>
      <p:sp>
        <p:nvSpPr>
          <p:cNvPr id="4" name="Footer Placeholder 3">
            <a:extLst>
              <a:ext uri="{FF2B5EF4-FFF2-40B4-BE49-F238E27FC236}">
                <a16:creationId xmlns:a16="http://schemas.microsoft.com/office/drawing/2014/main" id="{6AAEAEAA-DF22-3987-7B7F-0F4285C964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F05045-21F5-FA7F-EFDF-85AE6995CCA2}"/>
              </a:ext>
            </a:extLst>
          </p:cNvPr>
          <p:cNvSpPr>
            <a:spLocks noGrp="1"/>
          </p:cNvSpPr>
          <p:nvPr>
            <p:ph type="sldNum" sz="quarter" idx="12"/>
          </p:nvPr>
        </p:nvSpPr>
        <p:spPr/>
        <p:txBody>
          <a:bodyPr/>
          <a:lstStyle/>
          <a:p>
            <a:fld id="{9AC82583-F550-42AB-81A2-30A5291A861A}" type="slidenum">
              <a:rPr lang="en-US" smtClean="0"/>
              <a:t>‹#›</a:t>
            </a:fld>
            <a:endParaRPr lang="en-US"/>
          </a:p>
        </p:txBody>
      </p:sp>
    </p:spTree>
    <p:extLst>
      <p:ext uri="{BB962C8B-B14F-4D97-AF65-F5344CB8AC3E}">
        <p14:creationId xmlns:p14="http://schemas.microsoft.com/office/powerpoint/2010/main" val="320022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18C9A5-281B-338A-5541-7801C5FA5002}"/>
              </a:ext>
            </a:extLst>
          </p:cNvPr>
          <p:cNvSpPr>
            <a:spLocks noGrp="1"/>
          </p:cNvSpPr>
          <p:nvPr>
            <p:ph type="dt" sz="half" idx="10"/>
          </p:nvPr>
        </p:nvSpPr>
        <p:spPr/>
        <p:txBody>
          <a:bodyPr/>
          <a:lstStyle/>
          <a:p>
            <a:fld id="{8FC250B4-AA0F-4F96-8F8F-2C4CD426623E}" type="datetimeFigureOut">
              <a:rPr lang="en-US" smtClean="0"/>
              <a:t>08/24/26</a:t>
            </a:fld>
            <a:endParaRPr lang="en-US"/>
          </a:p>
        </p:txBody>
      </p:sp>
      <p:sp>
        <p:nvSpPr>
          <p:cNvPr id="3" name="Footer Placeholder 2">
            <a:extLst>
              <a:ext uri="{FF2B5EF4-FFF2-40B4-BE49-F238E27FC236}">
                <a16:creationId xmlns:a16="http://schemas.microsoft.com/office/drawing/2014/main" id="{CF2C6EC9-D6FA-7B52-90A2-12EC75E982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5AE9C5-D9F9-29AF-8BB2-2926300CD072}"/>
              </a:ext>
            </a:extLst>
          </p:cNvPr>
          <p:cNvSpPr>
            <a:spLocks noGrp="1"/>
          </p:cNvSpPr>
          <p:nvPr>
            <p:ph type="sldNum" sz="quarter" idx="12"/>
          </p:nvPr>
        </p:nvSpPr>
        <p:spPr/>
        <p:txBody>
          <a:bodyPr/>
          <a:lstStyle/>
          <a:p>
            <a:fld id="{9AC82583-F550-42AB-81A2-30A5291A861A}" type="slidenum">
              <a:rPr lang="en-US" smtClean="0"/>
              <a:t>‹#›</a:t>
            </a:fld>
            <a:endParaRPr lang="en-US"/>
          </a:p>
        </p:txBody>
      </p:sp>
    </p:spTree>
    <p:extLst>
      <p:ext uri="{BB962C8B-B14F-4D97-AF65-F5344CB8AC3E}">
        <p14:creationId xmlns:p14="http://schemas.microsoft.com/office/powerpoint/2010/main" val="1441507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19AE8-E4A0-3469-B39E-620241ECB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074867-3546-A379-3314-56532E2B2F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FB7110-7E73-C8D9-4899-671C3540C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300663-A83F-2FF6-883F-84BC751CED1D}"/>
              </a:ext>
            </a:extLst>
          </p:cNvPr>
          <p:cNvSpPr>
            <a:spLocks noGrp="1"/>
          </p:cNvSpPr>
          <p:nvPr>
            <p:ph type="dt" sz="half" idx="10"/>
          </p:nvPr>
        </p:nvSpPr>
        <p:spPr/>
        <p:txBody>
          <a:bodyPr/>
          <a:lstStyle/>
          <a:p>
            <a:fld id="{8FC250B4-AA0F-4F96-8F8F-2C4CD426623E}" type="datetimeFigureOut">
              <a:rPr lang="en-US" smtClean="0"/>
              <a:t>08/24/26</a:t>
            </a:fld>
            <a:endParaRPr lang="en-US"/>
          </a:p>
        </p:txBody>
      </p:sp>
      <p:sp>
        <p:nvSpPr>
          <p:cNvPr id="6" name="Footer Placeholder 5">
            <a:extLst>
              <a:ext uri="{FF2B5EF4-FFF2-40B4-BE49-F238E27FC236}">
                <a16:creationId xmlns:a16="http://schemas.microsoft.com/office/drawing/2014/main" id="{A3F5F499-856E-5359-908E-4C20A226BE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A133CE-46F6-31E9-CEC4-E98A9EC56313}"/>
              </a:ext>
            </a:extLst>
          </p:cNvPr>
          <p:cNvSpPr>
            <a:spLocks noGrp="1"/>
          </p:cNvSpPr>
          <p:nvPr>
            <p:ph type="sldNum" sz="quarter" idx="12"/>
          </p:nvPr>
        </p:nvSpPr>
        <p:spPr/>
        <p:txBody>
          <a:bodyPr/>
          <a:lstStyle/>
          <a:p>
            <a:fld id="{9AC82583-F550-42AB-81A2-30A5291A861A}" type="slidenum">
              <a:rPr lang="en-US" smtClean="0"/>
              <a:t>‹#›</a:t>
            </a:fld>
            <a:endParaRPr lang="en-US"/>
          </a:p>
        </p:txBody>
      </p:sp>
    </p:spTree>
    <p:extLst>
      <p:ext uri="{BB962C8B-B14F-4D97-AF65-F5344CB8AC3E}">
        <p14:creationId xmlns:p14="http://schemas.microsoft.com/office/powerpoint/2010/main" val="1298133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6615B-162E-337F-0012-1E6BF7F7F7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82DA6C-41B3-B606-4F6E-3EFB9E630C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749F55-96A2-AF91-47E9-E14C74D08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6664BC-FB2F-79D6-7B86-BA5C2A07E3C9}"/>
              </a:ext>
            </a:extLst>
          </p:cNvPr>
          <p:cNvSpPr>
            <a:spLocks noGrp="1"/>
          </p:cNvSpPr>
          <p:nvPr>
            <p:ph type="dt" sz="half" idx="10"/>
          </p:nvPr>
        </p:nvSpPr>
        <p:spPr/>
        <p:txBody>
          <a:bodyPr/>
          <a:lstStyle/>
          <a:p>
            <a:fld id="{8FC250B4-AA0F-4F96-8F8F-2C4CD426623E}" type="datetimeFigureOut">
              <a:rPr lang="en-US" smtClean="0"/>
              <a:t>08/24/26</a:t>
            </a:fld>
            <a:endParaRPr lang="en-US"/>
          </a:p>
        </p:txBody>
      </p:sp>
      <p:sp>
        <p:nvSpPr>
          <p:cNvPr id="6" name="Footer Placeholder 5">
            <a:extLst>
              <a:ext uri="{FF2B5EF4-FFF2-40B4-BE49-F238E27FC236}">
                <a16:creationId xmlns:a16="http://schemas.microsoft.com/office/drawing/2014/main" id="{2736F2E3-EAD6-3BE5-11E7-47BE774B54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D8320D-800B-6BD5-BF0D-37DB87BE1219}"/>
              </a:ext>
            </a:extLst>
          </p:cNvPr>
          <p:cNvSpPr>
            <a:spLocks noGrp="1"/>
          </p:cNvSpPr>
          <p:nvPr>
            <p:ph type="sldNum" sz="quarter" idx="12"/>
          </p:nvPr>
        </p:nvSpPr>
        <p:spPr/>
        <p:txBody>
          <a:bodyPr/>
          <a:lstStyle/>
          <a:p>
            <a:fld id="{9AC82583-F550-42AB-81A2-30A5291A861A}" type="slidenum">
              <a:rPr lang="en-US" smtClean="0"/>
              <a:t>‹#›</a:t>
            </a:fld>
            <a:endParaRPr lang="en-US"/>
          </a:p>
        </p:txBody>
      </p:sp>
    </p:spTree>
    <p:extLst>
      <p:ext uri="{BB962C8B-B14F-4D97-AF65-F5344CB8AC3E}">
        <p14:creationId xmlns:p14="http://schemas.microsoft.com/office/powerpoint/2010/main" val="2730912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D0519-AF59-793A-3C3C-4EA86B6F37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F4CF08-6B57-060C-AB84-414F6369E3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2A8A99-4A66-6B49-19CB-24A4D7465424}"/>
              </a:ext>
            </a:extLst>
          </p:cNvPr>
          <p:cNvSpPr>
            <a:spLocks noGrp="1"/>
          </p:cNvSpPr>
          <p:nvPr>
            <p:ph type="dt" sz="half" idx="10"/>
          </p:nvPr>
        </p:nvSpPr>
        <p:spPr/>
        <p:txBody>
          <a:bodyPr/>
          <a:lstStyle/>
          <a:p>
            <a:fld id="{8FC250B4-AA0F-4F96-8F8F-2C4CD426623E}" type="datetimeFigureOut">
              <a:rPr lang="en-US" smtClean="0"/>
              <a:t>08/24/26</a:t>
            </a:fld>
            <a:endParaRPr lang="en-US"/>
          </a:p>
        </p:txBody>
      </p:sp>
      <p:sp>
        <p:nvSpPr>
          <p:cNvPr id="5" name="Footer Placeholder 4">
            <a:extLst>
              <a:ext uri="{FF2B5EF4-FFF2-40B4-BE49-F238E27FC236}">
                <a16:creationId xmlns:a16="http://schemas.microsoft.com/office/drawing/2014/main" id="{BF17D751-8909-C43B-A20C-C20D54DD12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C316A9-12D6-5CA4-3979-40DFDF7FB925}"/>
              </a:ext>
            </a:extLst>
          </p:cNvPr>
          <p:cNvSpPr>
            <a:spLocks noGrp="1"/>
          </p:cNvSpPr>
          <p:nvPr>
            <p:ph type="sldNum" sz="quarter" idx="12"/>
          </p:nvPr>
        </p:nvSpPr>
        <p:spPr/>
        <p:txBody>
          <a:bodyPr/>
          <a:lstStyle/>
          <a:p>
            <a:fld id="{9AC82583-F550-42AB-81A2-30A5291A861A}" type="slidenum">
              <a:rPr lang="en-US" smtClean="0"/>
              <a:t>‹#›</a:t>
            </a:fld>
            <a:endParaRPr lang="en-US"/>
          </a:p>
        </p:txBody>
      </p:sp>
    </p:spTree>
    <p:extLst>
      <p:ext uri="{BB962C8B-B14F-4D97-AF65-F5344CB8AC3E}">
        <p14:creationId xmlns:p14="http://schemas.microsoft.com/office/powerpoint/2010/main" val="2511511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6F6244-D593-A929-ACCB-41AB4C2DFB9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D36775-F56F-C3B2-1CBB-AD27923704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7F24A9-B1F7-79AC-1A19-13AD4A49C3EA}"/>
              </a:ext>
            </a:extLst>
          </p:cNvPr>
          <p:cNvSpPr>
            <a:spLocks noGrp="1"/>
          </p:cNvSpPr>
          <p:nvPr>
            <p:ph type="dt" sz="half" idx="10"/>
          </p:nvPr>
        </p:nvSpPr>
        <p:spPr/>
        <p:txBody>
          <a:bodyPr/>
          <a:lstStyle/>
          <a:p>
            <a:fld id="{8FC250B4-AA0F-4F96-8F8F-2C4CD426623E}" type="datetimeFigureOut">
              <a:rPr lang="en-US" smtClean="0"/>
              <a:t>08/24/26</a:t>
            </a:fld>
            <a:endParaRPr lang="en-US"/>
          </a:p>
        </p:txBody>
      </p:sp>
      <p:sp>
        <p:nvSpPr>
          <p:cNvPr id="5" name="Footer Placeholder 4">
            <a:extLst>
              <a:ext uri="{FF2B5EF4-FFF2-40B4-BE49-F238E27FC236}">
                <a16:creationId xmlns:a16="http://schemas.microsoft.com/office/drawing/2014/main" id="{6772BAD7-2418-A2A3-B2BA-34CA056175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D8BC7B-C48A-B571-EFB2-85780CDE8604}"/>
              </a:ext>
            </a:extLst>
          </p:cNvPr>
          <p:cNvSpPr>
            <a:spLocks noGrp="1"/>
          </p:cNvSpPr>
          <p:nvPr>
            <p:ph type="sldNum" sz="quarter" idx="12"/>
          </p:nvPr>
        </p:nvSpPr>
        <p:spPr/>
        <p:txBody>
          <a:bodyPr/>
          <a:lstStyle/>
          <a:p>
            <a:fld id="{9AC82583-F550-42AB-81A2-30A5291A861A}" type="slidenum">
              <a:rPr lang="en-US" smtClean="0"/>
              <a:t>‹#›</a:t>
            </a:fld>
            <a:endParaRPr lang="en-US"/>
          </a:p>
        </p:txBody>
      </p:sp>
    </p:spTree>
    <p:extLst>
      <p:ext uri="{BB962C8B-B14F-4D97-AF65-F5344CB8AC3E}">
        <p14:creationId xmlns:p14="http://schemas.microsoft.com/office/powerpoint/2010/main" val="134737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4B59FE-17CA-116E-6B4B-53B4AD41FB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1BEC13-9A94-9C41-8D95-69BA74649F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DAF725-7B43-9696-F4B4-527831A5C4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C250B4-AA0F-4F96-8F8F-2C4CD426623E}" type="datetimeFigureOut">
              <a:rPr lang="en-US" smtClean="0"/>
              <a:t>08/24/26</a:t>
            </a:fld>
            <a:endParaRPr lang="en-US"/>
          </a:p>
        </p:txBody>
      </p:sp>
      <p:sp>
        <p:nvSpPr>
          <p:cNvPr id="5" name="Footer Placeholder 4">
            <a:extLst>
              <a:ext uri="{FF2B5EF4-FFF2-40B4-BE49-F238E27FC236}">
                <a16:creationId xmlns:a16="http://schemas.microsoft.com/office/drawing/2014/main" id="{0E69827F-F2FF-D9EB-8B40-A6F68F4713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C719FB-8F9C-EE5C-BA3E-A6FD3C4676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C82583-F550-42AB-81A2-30A5291A861A}" type="slidenum">
              <a:rPr lang="en-US" smtClean="0"/>
              <a:t>‹#›</a:t>
            </a:fld>
            <a:endParaRPr lang="en-US"/>
          </a:p>
        </p:txBody>
      </p:sp>
    </p:spTree>
    <p:extLst>
      <p:ext uri="{BB962C8B-B14F-4D97-AF65-F5344CB8AC3E}">
        <p14:creationId xmlns:p14="http://schemas.microsoft.com/office/powerpoint/2010/main" val="29047412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AAFD-0F63-88C6-63D7-80B5858F7F87}"/>
              </a:ext>
            </a:extLst>
          </p:cNvPr>
          <p:cNvSpPr>
            <a:spLocks noGrp="1"/>
          </p:cNvSpPr>
          <p:nvPr>
            <p:ph type="ctrTitle"/>
          </p:nvPr>
        </p:nvSpPr>
        <p:spPr/>
        <p:txBody>
          <a:bodyPr/>
          <a:lstStyle/>
          <a:p>
            <a:r>
              <a:rPr lang="en-US" dirty="0"/>
              <a:t>Database</a:t>
            </a:r>
          </a:p>
        </p:txBody>
      </p:sp>
      <p:sp>
        <p:nvSpPr>
          <p:cNvPr id="3" name="Subtitle 2">
            <a:extLst>
              <a:ext uri="{FF2B5EF4-FFF2-40B4-BE49-F238E27FC236}">
                <a16:creationId xmlns:a16="http://schemas.microsoft.com/office/drawing/2014/main" id="{CBADD58E-8A02-46AC-889F-F9250510AAA6}"/>
              </a:ext>
            </a:extLst>
          </p:cNvPr>
          <p:cNvSpPr>
            <a:spLocks noGrp="1"/>
          </p:cNvSpPr>
          <p:nvPr>
            <p:ph type="subTitle" idx="1"/>
          </p:nvPr>
        </p:nvSpPr>
        <p:spPr/>
        <p:txBody>
          <a:bodyPr/>
          <a:lstStyle/>
          <a:p>
            <a:r>
              <a:rPr lang="en-US" dirty="0"/>
              <a:t>The Relational Data Model</a:t>
            </a:r>
          </a:p>
        </p:txBody>
      </p:sp>
    </p:spTree>
    <p:extLst>
      <p:ext uri="{BB962C8B-B14F-4D97-AF65-F5344CB8AC3E}">
        <p14:creationId xmlns:p14="http://schemas.microsoft.com/office/powerpoint/2010/main" val="1822489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630F0-7F7F-3466-A431-6BED6A3B6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76D1B8-3717-9521-1630-FA66413EB526}"/>
              </a:ext>
            </a:extLst>
          </p:cNvPr>
          <p:cNvSpPr>
            <a:spLocks noGrp="1"/>
          </p:cNvSpPr>
          <p:nvPr>
            <p:ph type="title"/>
          </p:nvPr>
        </p:nvSpPr>
        <p:spPr/>
        <p:txBody>
          <a:bodyPr/>
          <a:lstStyle/>
          <a:p>
            <a:r>
              <a:rPr lang="en-US" dirty="0"/>
              <a:t>The Relational Data Model Concepts</a:t>
            </a:r>
          </a:p>
        </p:txBody>
      </p:sp>
      <p:sp>
        <p:nvSpPr>
          <p:cNvPr id="3" name="Content Placeholder 2">
            <a:extLst>
              <a:ext uri="{FF2B5EF4-FFF2-40B4-BE49-F238E27FC236}">
                <a16:creationId xmlns:a16="http://schemas.microsoft.com/office/drawing/2014/main" id="{518D51B1-0572-3164-E331-2B925484F5F6}"/>
              </a:ext>
            </a:extLst>
          </p:cNvPr>
          <p:cNvSpPr>
            <a:spLocks noGrp="1"/>
          </p:cNvSpPr>
          <p:nvPr>
            <p:ph idx="1"/>
          </p:nvPr>
        </p:nvSpPr>
        <p:spPr/>
        <p:txBody>
          <a:bodyPr/>
          <a:lstStyle/>
          <a:p>
            <a:pPr marL="0" indent="0">
              <a:buNone/>
            </a:pPr>
            <a:r>
              <a:rPr lang="en-US" dirty="0"/>
              <a:t>Set</a:t>
            </a:r>
          </a:p>
          <a:p>
            <a:r>
              <a:rPr lang="en-US" dirty="0"/>
              <a:t>Name = {Benjamin Bayer, Chung-cha Kim}</a:t>
            </a:r>
          </a:p>
          <a:p>
            <a:r>
              <a:rPr lang="en-US" dirty="0"/>
              <a:t>Address = {2918 Bluebonnet Lane, 125 Kirby Road}</a:t>
            </a:r>
          </a:p>
          <a:p>
            <a:r>
              <a:rPr lang="en-US" dirty="0"/>
              <a:t>Age = {19, 18}</a:t>
            </a:r>
          </a:p>
          <a:p>
            <a:pPr marL="0" indent="0">
              <a:buNone/>
            </a:pPr>
            <a:endParaRPr lang="en-US" dirty="0"/>
          </a:p>
        </p:txBody>
      </p:sp>
    </p:spTree>
    <p:extLst>
      <p:ext uri="{BB962C8B-B14F-4D97-AF65-F5344CB8AC3E}">
        <p14:creationId xmlns:p14="http://schemas.microsoft.com/office/powerpoint/2010/main" val="2546957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94F3-8DFE-9085-A1B2-C2C9B74A8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B3641-7013-DBBB-B08D-55674F9AE823}"/>
              </a:ext>
            </a:extLst>
          </p:cNvPr>
          <p:cNvSpPr>
            <a:spLocks noGrp="1"/>
          </p:cNvSpPr>
          <p:nvPr>
            <p:ph type="title"/>
          </p:nvPr>
        </p:nvSpPr>
        <p:spPr/>
        <p:txBody>
          <a:bodyPr/>
          <a:lstStyle/>
          <a:p>
            <a:r>
              <a:rPr lang="en-US" dirty="0"/>
              <a:t>The Relational Data Model Concepts</a:t>
            </a:r>
          </a:p>
        </p:txBody>
      </p:sp>
      <p:sp>
        <p:nvSpPr>
          <p:cNvPr id="3" name="Content Placeholder 2">
            <a:extLst>
              <a:ext uri="{FF2B5EF4-FFF2-40B4-BE49-F238E27FC236}">
                <a16:creationId xmlns:a16="http://schemas.microsoft.com/office/drawing/2014/main" id="{9F48D9C4-AF1E-F57E-9D4C-FBC29570D062}"/>
              </a:ext>
            </a:extLst>
          </p:cNvPr>
          <p:cNvSpPr>
            <a:spLocks noGrp="1"/>
          </p:cNvSpPr>
          <p:nvPr>
            <p:ph idx="1"/>
          </p:nvPr>
        </p:nvSpPr>
        <p:spPr/>
        <p:txBody>
          <a:bodyPr>
            <a:normAutofit/>
          </a:bodyPr>
          <a:lstStyle/>
          <a:p>
            <a:pPr marL="0" indent="0">
              <a:buNone/>
            </a:pPr>
            <a:r>
              <a:rPr lang="en-US" dirty="0"/>
              <a:t>Cartesian of </a:t>
            </a:r>
            <a:r>
              <a:rPr lang="en-US" dirty="0">
                <a:solidFill>
                  <a:srgbClr val="FF0000"/>
                </a:solidFill>
              </a:rPr>
              <a:t>Name</a:t>
            </a:r>
            <a:r>
              <a:rPr lang="en-US" dirty="0"/>
              <a:t> x </a:t>
            </a:r>
            <a:r>
              <a:rPr lang="en-US" dirty="0">
                <a:solidFill>
                  <a:srgbClr val="FF0000"/>
                </a:solidFill>
              </a:rPr>
              <a:t>Address</a:t>
            </a:r>
            <a:r>
              <a:rPr lang="en-US" dirty="0"/>
              <a:t> x </a:t>
            </a:r>
            <a:r>
              <a:rPr lang="en-US" dirty="0">
                <a:solidFill>
                  <a:srgbClr val="FF0000"/>
                </a:solidFill>
              </a:rPr>
              <a:t>Age</a:t>
            </a:r>
            <a:r>
              <a:rPr lang="en-US" dirty="0"/>
              <a:t> </a:t>
            </a:r>
          </a:p>
          <a:p>
            <a:r>
              <a:rPr lang="en-US" dirty="0">
                <a:solidFill>
                  <a:srgbClr val="FF0000"/>
                </a:solidFill>
              </a:rPr>
              <a:t>Name</a:t>
            </a:r>
            <a:r>
              <a:rPr lang="en-US" dirty="0"/>
              <a:t> x </a:t>
            </a:r>
            <a:r>
              <a:rPr lang="en-US" dirty="0">
                <a:solidFill>
                  <a:srgbClr val="FF0000"/>
                </a:solidFill>
              </a:rPr>
              <a:t>Address</a:t>
            </a:r>
            <a:r>
              <a:rPr lang="en-US" dirty="0"/>
              <a:t> x </a:t>
            </a:r>
            <a:r>
              <a:rPr lang="en-US" dirty="0">
                <a:solidFill>
                  <a:srgbClr val="FF0000"/>
                </a:solidFill>
              </a:rPr>
              <a:t>Age</a:t>
            </a:r>
            <a:r>
              <a:rPr lang="en-US" dirty="0"/>
              <a:t> = {&lt;</a:t>
            </a:r>
            <a:r>
              <a:rPr lang="en-US" dirty="0">
                <a:solidFill>
                  <a:srgbClr val="00B050"/>
                </a:solidFill>
              </a:rPr>
              <a:t>Benjamin Bayer, 2918 Bluebonnet Lane, 19</a:t>
            </a:r>
            <a:r>
              <a:rPr lang="en-US" dirty="0"/>
              <a:t>&gt;, &lt; </a:t>
            </a:r>
            <a:r>
              <a:rPr lang="en-US" dirty="0">
                <a:solidFill>
                  <a:srgbClr val="00B050"/>
                </a:solidFill>
              </a:rPr>
              <a:t>Benjamin Bayer, 2918 Bluebonnet Lane, 18 </a:t>
            </a:r>
            <a:r>
              <a:rPr lang="en-US" dirty="0"/>
              <a:t>&gt;, &lt; </a:t>
            </a:r>
            <a:r>
              <a:rPr lang="en-US" dirty="0">
                <a:solidFill>
                  <a:srgbClr val="00B050"/>
                </a:solidFill>
              </a:rPr>
              <a:t>Benjamin Bayer, 125 Kirby Road, 19</a:t>
            </a:r>
            <a:r>
              <a:rPr lang="en-US" dirty="0"/>
              <a:t> &gt;, &lt; </a:t>
            </a:r>
            <a:r>
              <a:rPr lang="en-US" dirty="0">
                <a:solidFill>
                  <a:srgbClr val="00B050"/>
                </a:solidFill>
              </a:rPr>
              <a:t>Benjamin Bayer, 125 Kirby Road, 18</a:t>
            </a:r>
            <a:r>
              <a:rPr lang="en-US" dirty="0"/>
              <a:t> &gt;, &lt; </a:t>
            </a:r>
            <a:r>
              <a:rPr lang="en-US" dirty="0">
                <a:solidFill>
                  <a:srgbClr val="0070C0"/>
                </a:solidFill>
              </a:rPr>
              <a:t>Chung-cha Kim, 2918 Bluebonnet Lane, 19</a:t>
            </a:r>
            <a:r>
              <a:rPr lang="en-US" dirty="0"/>
              <a:t> &gt;, &lt; </a:t>
            </a:r>
            <a:r>
              <a:rPr lang="en-US" dirty="0">
                <a:solidFill>
                  <a:srgbClr val="0070C0"/>
                </a:solidFill>
              </a:rPr>
              <a:t>Chung-cha Kim, 2918 Bluebonnet Lane, 18</a:t>
            </a:r>
            <a:r>
              <a:rPr lang="en-US" dirty="0"/>
              <a:t> &gt;, &lt; </a:t>
            </a:r>
            <a:r>
              <a:rPr lang="en-US" dirty="0">
                <a:solidFill>
                  <a:srgbClr val="0070C0"/>
                </a:solidFill>
              </a:rPr>
              <a:t>Chung-cha Kim, 125 Kirby Road, 19</a:t>
            </a:r>
            <a:r>
              <a:rPr lang="en-US" dirty="0"/>
              <a:t> &gt;, &lt; </a:t>
            </a:r>
            <a:r>
              <a:rPr lang="en-US" dirty="0">
                <a:solidFill>
                  <a:srgbClr val="0070C0"/>
                </a:solidFill>
              </a:rPr>
              <a:t>Chung-cha Kim, 125 Kirby Road, 18</a:t>
            </a:r>
            <a:r>
              <a:rPr lang="en-US" dirty="0"/>
              <a:t> &gt;}</a:t>
            </a:r>
            <a:endParaRPr lang="en-US" dirty="0">
              <a:solidFill>
                <a:srgbClr val="FF0000"/>
              </a:solidFill>
            </a:endParaRPr>
          </a:p>
          <a:p>
            <a:pPr marL="0" indent="0">
              <a:buNone/>
            </a:pPr>
            <a:endParaRPr lang="en-US" dirty="0"/>
          </a:p>
        </p:txBody>
      </p:sp>
    </p:spTree>
    <p:extLst>
      <p:ext uri="{BB962C8B-B14F-4D97-AF65-F5344CB8AC3E}">
        <p14:creationId xmlns:p14="http://schemas.microsoft.com/office/powerpoint/2010/main" val="108270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D774B-6E96-9CB5-FDA5-88FD3C27F9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1600F-45F8-1116-735D-352C6E422BF4}"/>
              </a:ext>
            </a:extLst>
          </p:cNvPr>
          <p:cNvSpPr>
            <a:spLocks noGrp="1"/>
          </p:cNvSpPr>
          <p:nvPr>
            <p:ph type="title"/>
          </p:nvPr>
        </p:nvSpPr>
        <p:spPr/>
        <p:txBody>
          <a:bodyPr/>
          <a:lstStyle/>
          <a:p>
            <a:r>
              <a:rPr lang="en-US" dirty="0"/>
              <a:t>The Relational Data Model Concepts</a:t>
            </a:r>
          </a:p>
        </p:txBody>
      </p:sp>
      <p:sp>
        <p:nvSpPr>
          <p:cNvPr id="3" name="Content Placeholder 2">
            <a:extLst>
              <a:ext uri="{FF2B5EF4-FFF2-40B4-BE49-F238E27FC236}">
                <a16:creationId xmlns:a16="http://schemas.microsoft.com/office/drawing/2014/main" id="{9549B72A-F201-45EB-D6BF-875B07912C8B}"/>
              </a:ext>
            </a:extLst>
          </p:cNvPr>
          <p:cNvSpPr>
            <a:spLocks noGrp="1"/>
          </p:cNvSpPr>
          <p:nvPr>
            <p:ph idx="1"/>
          </p:nvPr>
        </p:nvSpPr>
        <p:spPr/>
        <p:txBody>
          <a:bodyPr/>
          <a:lstStyle/>
          <a:p>
            <a:r>
              <a:rPr lang="en-US" dirty="0"/>
              <a:t>Subset of </a:t>
            </a:r>
            <a:r>
              <a:rPr lang="en-US" dirty="0">
                <a:solidFill>
                  <a:srgbClr val="FF0000"/>
                </a:solidFill>
              </a:rPr>
              <a:t>Name</a:t>
            </a:r>
            <a:r>
              <a:rPr lang="en-US" dirty="0"/>
              <a:t> x </a:t>
            </a:r>
            <a:r>
              <a:rPr lang="en-US" dirty="0">
                <a:solidFill>
                  <a:srgbClr val="FF0000"/>
                </a:solidFill>
              </a:rPr>
              <a:t>Address</a:t>
            </a:r>
            <a:r>
              <a:rPr lang="en-US" dirty="0"/>
              <a:t> x </a:t>
            </a:r>
            <a:r>
              <a:rPr lang="en-US" dirty="0">
                <a:solidFill>
                  <a:srgbClr val="FF0000"/>
                </a:solidFill>
              </a:rPr>
              <a:t>Age = </a:t>
            </a:r>
            <a:r>
              <a:rPr lang="en-US" dirty="0"/>
              <a:t>{&lt;</a:t>
            </a:r>
            <a:r>
              <a:rPr lang="en-US" dirty="0">
                <a:solidFill>
                  <a:srgbClr val="00B050"/>
                </a:solidFill>
              </a:rPr>
              <a:t> Benjamin Bayer, 2918 Bluebonnet Lane, 19 </a:t>
            </a:r>
            <a:r>
              <a:rPr lang="en-US" dirty="0"/>
              <a:t>&gt;, &lt; </a:t>
            </a:r>
            <a:r>
              <a:rPr lang="en-US" dirty="0">
                <a:solidFill>
                  <a:srgbClr val="0070C0"/>
                </a:solidFill>
              </a:rPr>
              <a:t>Chung-cha Kim, 125 Kirby Road, 18</a:t>
            </a:r>
            <a:r>
              <a:rPr lang="en-US" dirty="0"/>
              <a:t> &gt;}</a:t>
            </a:r>
          </a:p>
          <a:p>
            <a:r>
              <a:rPr lang="en-US" dirty="0"/>
              <a:t>Subset of </a:t>
            </a:r>
            <a:r>
              <a:rPr lang="en-US" dirty="0">
                <a:solidFill>
                  <a:srgbClr val="FF0000"/>
                </a:solidFill>
              </a:rPr>
              <a:t>Name</a:t>
            </a:r>
            <a:r>
              <a:rPr lang="en-US" dirty="0"/>
              <a:t> x </a:t>
            </a:r>
            <a:r>
              <a:rPr lang="en-US" dirty="0">
                <a:solidFill>
                  <a:srgbClr val="FF0000"/>
                </a:solidFill>
              </a:rPr>
              <a:t>Address</a:t>
            </a:r>
            <a:r>
              <a:rPr lang="en-US" dirty="0"/>
              <a:t> x </a:t>
            </a:r>
            <a:r>
              <a:rPr lang="en-US" dirty="0">
                <a:solidFill>
                  <a:srgbClr val="FF0000"/>
                </a:solidFill>
              </a:rPr>
              <a:t>Age = Relation (Student)</a:t>
            </a:r>
            <a:endParaRPr lang="en-US" dirty="0"/>
          </a:p>
          <a:p>
            <a:endParaRPr lang="en-US" dirty="0"/>
          </a:p>
        </p:txBody>
      </p:sp>
      <p:graphicFrame>
        <p:nvGraphicFramePr>
          <p:cNvPr id="4" name="Table 3">
            <a:extLst>
              <a:ext uri="{FF2B5EF4-FFF2-40B4-BE49-F238E27FC236}">
                <a16:creationId xmlns:a16="http://schemas.microsoft.com/office/drawing/2014/main" id="{19821652-4C80-32BF-30DB-2970C1FFAFF1}"/>
              </a:ext>
            </a:extLst>
          </p:cNvPr>
          <p:cNvGraphicFramePr>
            <a:graphicFrameLocks noGrp="1"/>
          </p:cNvGraphicFramePr>
          <p:nvPr>
            <p:extLst>
              <p:ext uri="{D42A27DB-BD31-4B8C-83A1-F6EECF244321}">
                <p14:modId xmlns:p14="http://schemas.microsoft.com/office/powerpoint/2010/main" val="4286733043"/>
              </p:ext>
            </p:extLst>
          </p:nvPr>
        </p:nvGraphicFramePr>
        <p:xfrm>
          <a:off x="1687870" y="4636740"/>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107731093"/>
                    </a:ext>
                  </a:extLst>
                </a:gridCol>
                <a:gridCol w="2709333">
                  <a:extLst>
                    <a:ext uri="{9D8B030D-6E8A-4147-A177-3AD203B41FA5}">
                      <a16:colId xmlns:a16="http://schemas.microsoft.com/office/drawing/2014/main" val="4253352412"/>
                    </a:ext>
                  </a:extLst>
                </a:gridCol>
                <a:gridCol w="2709333">
                  <a:extLst>
                    <a:ext uri="{9D8B030D-6E8A-4147-A177-3AD203B41FA5}">
                      <a16:colId xmlns:a16="http://schemas.microsoft.com/office/drawing/2014/main" val="2649354395"/>
                    </a:ext>
                  </a:extLst>
                </a:gridCol>
              </a:tblGrid>
              <a:tr h="370840">
                <a:tc>
                  <a:txBody>
                    <a:bodyPr/>
                    <a:lstStyle/>
                    <a:p>
                      <a:r>
                        <a:rPr lang="en-US" dirty="0"/>
                        <a:t>Name</a:t>
                      </a:r>
                    </a:p>
                  </a:txBody>
                  <a:tcPr/>
                </a:tc>
                <a:tc>
                  <a:txBody>
                    <a:bodyPr/>
                    <a:lstStyle/>
                    <a:p>
                      <a:r>
                        <a:rPr lang="en-US" dirty="0"/>
                        <a:t>Address</a:t>
                      </a:r>
                    </a:p>
                  </a:txBody>
                  <a:tcPr/>
                </a:tc>
                <a:tc>
                  <a:txBody>
                    <a:bodyPr/>
                    <a:lstStyle/>
                    <a:p>
                      <a:r>
                        <a:rPr lang="en-US" dirty="0"/>
                        <a:t>Age</a:t>
                      </a:r>
                    </a:p>
                  </a:txBody>
                  <a:tcPr/>
                </a:tc>
                <a:extLst>
                  <a:ext uri="{0D108BD9-81ED-4DB2-BD59-A6C34878D82A}">
                    <a16:rowId xmlns:a16="http://schemas.microsoft.com/office/drawing/2014/main" val="3935508911"/>
                  </a:ext>
                </a:extLst>
              </a:tr>
              <a:tr h="370840">
                <a:tc>
                  <a:txBody>
                    <a:bodyPr/>
                    <a:lstStyle/>
                    <a:p>
                      <a:r>
                        <a:rPr lang="en-US" dirty="0">
                          <a:solidFill>
                            <a:srgbClr val="00B050"/>
                          </a:solidFill>
                        </a:rPr>
                        <a:t>Benjamin Bayer</a:t>
                      </a:r>
                      <a:endParaRPr lang="en-US" dirty="0"/>
                    </a:p>
                  </a:txBody>
                  <a:tcPr/>
                </a:tc>
                <a:tc>
                  <a:txBody>
                    <a:bodyPr/>
                    <a:lstStyle/>
                    <a:p>
                      <a:r>
                        <a:rPr lang="en-US" dirty="0">
                          <a:solidFill>
                            <a:srgbClr val="00B050"/>
                          </a:solidFill>
                        </a:rPr>
                        <a:t>2918 Bluebonnet Lane</a:t>
                      </a:r>
                      <a:endParaRPr lang="en-US" dirty="0"/>
                    </a:p>
                  </a:txBody>
                  <a:tcPr/>
                </a:tc>
                <a:tc>
                  <a:txBody>
                    <a:bodyPr/>
                    <a:lstStyle/>
                    <a:p>
                      <a:r>
                        <a:rPr lang="en-US" dirty="0">
                          <a:solidFill>
                            <a:srgbClr val="00B050"/>
                          </a:solidFill>
                        </a:rPr>
                        <a:t>19</a:t>
                      </a:r>
                      <a:endParaRPr lang="en-US" dirty="0"/>
                    </a:p>
                  </a:txBody>
                  <a:tcPr/>
                </a:tc>
                <a:extLst>
                  <a:ext uri="{0D108BD9-81ED-4DB2-BD59-A6C34878D82A}">
                    <a16:rowId xmlns:a16="http://schemas.microsoft.com/office/drawing/2014/main" val="4201052431"/>
                  </a:ext>
                </a:extLst>
              </a:tr>
              <a:tr h="370840">
                <a:tc>
                  <a:txBody>
                    <a:bodyPr/>
                    <a:lstStyle/>
                    <a:p>
                      <a:r>
                        <a:rPr lang="en-US" dirty="0">
                          <a:solidFill>
                            <a:srgbClr val="0070C0"/>
                          </a:solidFill>
                        </a:rPr>
                        <a:t>Chung-cha Kim</a:t>
                      </a:r>
                      <a:endParaRPr lang="en-US" dirty="0"/>
                    </a:p>
                  </a:txBody>
                  <a:tcPr/>
                </a:tc>
                <a:tc>
                  <a:txBody>
                    <a:bodyPr/>
                    <a:lstStyle/>
                    <a:p>
                      <a:r>
                        <a:rPr lang="en-US" dirty="0">
                          <a:solidFill>
                            <a:srgbClr val="0070C0"/>
                          </a:solidFill>
                        </a:rPr>
                        <a:t>125 Kirby Road</a:t>
                      </a:r>
                      <a:endParaRPr lang="en-US" dirty="0"/>
                    </a:p>
                  </a:txBody>
                  <a:tcPr/>
                </a:tc>
                <a:tc>
                  <a:txBody>
                    <a:bodyPr/>
                    <a:lstStyle/>
                    <a:p>
                      <a:r>
                        <a:rPr lang="en-US" dirty="0">
                          <a:solidFill>
                            <a:srgbClr val="0070C0"/>
                          </a:solidFill>
                        </a:rPr>
                        <a:t>18</a:t>
                      </a:r>
                      <a:endParaRPr lang="en-US" dirty="0"/>
                    </a:p>
                  </a:txBody>
                  <a:tcPr/>
                </a:tc>
                <a:extLst>
                  <a:ext uri="{0D108BD9-81ED-4DB2-BD59-A6C34878D82A}">
                    <a16:rowId xmlns:a16="http://schemas.microsoft.com/office/drawing/2014/main" val="1393338171"/>
                  </a:ext>
                </a:extLst>
              </a:tr>
            </a:tbl>
          </a:graphicData>
        </a:graphic>
      </p:graphicFrame>
      <p:sp>
        <p:nvSpPr>
          <p:cNvPr id="7" name="TextBox 6">
            <a:extLst>
              <a:ext uri="{FF2B5EF4-FFF2-40B4-BE49-F238E27FC236}">
                <a16:creationId xmlns:a16="http://schemas.microsoft.com/office/drawing/2014/main" id="{2FEC41C6-8E31-6C74-6E9D-952C623B46E6}"/>
              </a:ext>
            </a:extLst>
          </p:cNvPr>
          <p:cNvSpPr txBox="1"/>
          <p:nvPr/>
        </p:nvSpPr>
        <p:spPr>
          <a:xfrm>
            <a:off x="1616301" y="3962362"/>
            <a:ext cx="1977977" cy="646331"/>
          </a:xfrm>
          <a:prstGeom prst="rect">
            <a:avLst/>
          </a:prstGeom>
          <a:noFill/>
        </p:spPr>
        <p:txBody>
          <a:bodyPr wrap="none" rtlCol="0">
            <a:spAutoFit/>
          </a:bodyPr>
          <a:lstStyle/>
          <a:p>
            <a:r>
              <a:rPr lang="en-US" dirty="0"/>
              <a:t>Table Student </a:t>
            </a:r>
            <a:br>
              <a:rPr lang="en-US" dirty="0"/>
            </a:br>
            <a:r>
              <a:rPr lang="en-US" dirty="0"/>
              <a:t>(Relation Student)</a:t>
            </a:r>
          </a:p>
        </p:txBody>
      </p:sp>
      <p:grpSp>
        <p:nvGrpSpPr>
          <p:cNvPr id="14" name="Group 13">
            <a:extLst>
              <a:ext uri="{FF2B5EF4-FFF2-40B4-BE49-F238E27FC236}">
                <a16:creationId xmlns:a16="http://schemas.microsoft.com/office/drawing/2014/main" id="{662B171E-2487-5293-5F1F-BBD337D72252}"/>
              </a:ext>
            </a:extLst>
          </p:cNvPr>
          <p:cNvGrpSpPr/>
          <p:nvPr/>
        </p:nvGrpSpPr>
        <p:grpSpPr>
          <a:xfrm>
            <a:off x="1006701" y="5193374"/>
            <a:ext cx="609600" cy="325612"/>
            <a:chOff x="1258530" y="5755640"/>
            <a:chExt cx="609600" cy="325612"/>
          </a:xfrm>
        </p:grpSpPr>
        <p:cxnSp>
          <p:nvCxnSpPr>
            <p:cNvPr id="9" name="Straight Arrow Connector 8">
              <a:extLst>
                <a:ext uri="{FF2B5EF4-FFF2-40B4-BE49-F238E27FC236}">
                  <a16:creationId xmlns:a16="http://schemas.microsoft.com/office/drawing/2014/main" id="{5B8EF805-8D67-89A2-2A1A-711EFCE4AEE2}"/>
                </a:ext>
              </a:extLst>
            </p:cNvPr>
            <p:cNvCxnSpPr>
              <a:cxnSpLocks/>
            </p:cNvCxnSpPr>
            <p:nvPr/>
          </p:nvCxnSpPr>
          <p:spPr>
            <a:xfrm flipV="1">
              <a:off x="1258530" y="5755640"/>
              <a:ext cx="609600" cy="12782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D7191EE-4584-068D-0D38-792F2BB9B491}"/>
                </a:ext>
              </a:extLst>
            </p:cNvPr>
            <p:cNvCxnSpPr>
              <a:cxnSpLocks/>
            </p:cNvCxnSpPr>
            <p:nvPr/>
          </p:nvCxnSpPr>
          <p:spPr>
            <a:xfrm>
              <a:off x="1258530" y="5883460"/>
              <a:ext cx="609600" cy="197792"/>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grpSp>
      <p:sp>
        <p:nvSpPr>
          <p:cNvPr id="15" name="TextBox 14">
            <a:extLst>
              <a:ext uri="{FF2B5EF4-FFF2-40B4-BE49-F238E27FC236}">
                <a16:creationId xmlns:a16="http://schemas.microsoft.com/office/drawing/2014/main" id="{F0C1A699-CF84-29C6-8A6C-1DEF3E22950D}"/>
              </a:ext>
            </a:extLst>
          </p:cNvPr>
          <p:cNvSpPr txBox="1"/>
          <p:nvPr/>
        </p:nvSpPr>
        <p:spPr>
          <a:xfrm>
            <a:off x="74786" y="5123926"/>
            <a:ext cx="838563" cy="369332"/>
          </a:xfrm>
          <a:prstGeom prst="rect">
            <a:avLst/>
          </a:prstGeom>
          <a:noFill/>
        </p:spPr>
        <p:txBody>
          <a:bodyPr wrap="none" rtlCol="0">
            <a:spAutoFit/>
          </a:bodyPr>
          <a:lstStyle/>
          <a:p>
            <a:r>
              <a:rPr lang="en-US" dirty="0"/>
              <a:t>Tuples</a:t>
            </a:r>
          </a:p>
        </p:txBody>
      </p:sp>
      <p:cxnSp>
        <p:nvCxnSpPr>
          <p:cNvPr id="17" name="Straight Arrow Connector 16">
            <a:extLst>
              <a:ext uri="{FF2B5EF4-FFF2-40B4-BE49-F238E27FC236}">
                <a16:creationId xmlns:a16="http://schemas.microsoft.com/office/drawing/2014/main" id="{690AD60C-CE28-118B-6A47-CFFDBB1321A8}"/>
              </a:ext>
            </a:extLst>
          </p:cNvPr>
          <p:cNvCxnSpPr>
            <a:cxnSpLocks/>
          </p:cNvCxnSpPr>
          <p:nvPr/>
        </p:nvCxnSpPr>
        <p:spPr>
          <a:xfrm flipV="1">
            <a:off x="2674374" y="3827425"/>
            <a:ext cx="2428568" cy="100021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CA445EBA-102C-4A6B-F72F-BDA692C1FB24}"/>
              </a:ext>
            </a:extLst>
          </p:cNvPr>
          <p:cNvCxnSpPr>
            <a:cxnSpLocks/>
          </p:cNvCxnSpPr>
          <p:nvPr/>
        </p:nvCxnSpPr>
        <p:spPr>
          <a:xfrm flipH="1" flipV="1">
            <a:off x="5102942" y="3827425"/>
            <a:ext cx="327510" cy="100021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3" name="Straight Arrow Connector 22">
            <a:extLst>
              <a:ext uri="{FF2B5EF4-FFF2-40B4-BE49-F238E27FC236}">
                <a16:creationId xmlns:a16="http://schemas.microsoft.com/office/drawing/2014/main" id="{F6269948-9597-4488-6BD0-3BE2489F8F90}"/>
              </a:ext>
            </a:extLst>
          </p:cNvPr>
          <p:cNvCxnSpPr>
            <a:cxnSpLocks/>
          </p:cNvCxnSpPr>
          <p:nvPr/>
        </p:nvCxnSpPr>
        <p:spPr>
          <a:xfrm flipH="1" flipV="1">
            <a:off x="5102942" y="3827425"/>
            <a:ext cx="2428568" cy="80931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6" name="TextBox 25">
            <a:extLst>
              <a:ext uri="{FF2B5EF4-FFF2-40B4-BE49-F238E27FC236}">
                <a16:creationId xmlns:a16="http://schemas.microsoft.com/office/drawing/2014/main" id="{B482FD15-4305-ABCA-B9DF-9018815669C0}"/>
              </a:ext>
            </a:extLst>
          </p:cNvPr>
          <p:cNvSpPr txBox="1"/>
          <p:nvPr/>
        </p:nvSpPr>
        <p:spPr>
          <a:xfrm>
            <a:off x="4518390" y="3444070"/>
            <a:ext cx="1169103" cy="369332"/>
          </a:xfrm>
          <a:prstGeom prst="rect">
            <a:avLst/>
          </a:prstGeom>
          <a:noFill/>
        </p:spPr>
        <p:txBody>
          <a:bodyPr wrap="none" rtlCol="0">
            <a:spAutoFit/>
          </a:bodyPr>
          <a:lstStyle/>
          <a:p>
            <a:r>
              <a:rPr lang="en-US" dirty="0"/>
              <a:t>Attributes</a:t>
            </a:r>
          </a:p>
        </p:txBody>
      </p:sp>
    </p:spTree>
    <p:extLst>
      <p:ext uri="{BB962C8B-B14F-4D97-AF65-F5344CB8AC3E}">
        <p14:creationId xmlns:p14="http://schemas.microsoft.com/office/powerpoint/2010/main" val="331307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6E12C-D44E-2171-A1EB-82C14E5857DD}"/>
              </a:ext>
            </a:extLst>
          </p:cNvPr>
          <p:cNvSpPr>
            <a:spLocks noGrp="1"/>
          </p:cNvSpPr>
          <p:nvPr>
            <p:ph type="title"/>
          </p:nvPr>
        </p:nvSpPr>
        <p:spPr/>
        <p:txBody>
          <a:bodyPr/>
          <a:lstStyle/>
          <a:p>
            <a:r>
              <a:rPr lang="en-US" dirty="0"/>
              <a:t>The Relational Data Model Concepts</a:t>
            </a:r>
          </a:p>
        </p:txBody>
      </p:sp>
      <p:sp>
        <p:nvSpPr>
          <p:cNvPr id="3" name="Content Placeholder 2">
            <a:extLst>
              <a:ext uri="{FF2B5EF4-FFF2-40B4-BE49-F238E27FC236}">
                <a16:creationId xmlns:a16="http://schemas.microsoft.com/office/drawing/2014/main" id="{A64FCA2D-033D-DE5A-CE7A-40CA27B0D8D4}"/>
              </a:ext>
            </a:extLst>
          </p:cNvPr>
          <p:cNvSpPr>
            <a:spLocks noGrp="1"/>
          </p:cNvSpPr>
          <p:nvPr>
            <p:ph idx="1"/>
          </p:nvPr>
        </p:nvSpPr>
        <p:spPr/>
        <p:txBody>
          <a:bodyPr/>
          <a:lstStyle/>
          <a:p>
            <a:r>
              <a:rPr lang="en-US" b="1" dirty="0"/>
              <a:t>Ordering of Tuples in a Relation</a:t>
            </a:r>
            <a:r>
              <a:rPr lang="en-US" dirty="0"/>
              <a:t> is a relation is defined as a </a:t>
            </a:r>
            <a:r>
              <a:rPr lang="en-US" i="1" dirty="0"/>
              <a:t>set </a:t>
            </a:r>
            <a:r>
              <a:rPr lang="en-US" dirty="0"/>
              <a:t>of tuples. Mathematically, elements of a set have </a:t>
            </a:r>
            <a:r>
              <a:rPr lang="en-US" i="1" dirty="0">
                <a:solidFill>
                  <a:srgbClr val="FF0000"/>
                </a:solidFill>
              </a:rPr>
              <a:t>no order </a:t>
            </a:r>
            <a:r>
              <a:rPr lang="en-US" dirty="0"/>
              <a:t>among them. However, in a file, records are physically stored on disk (or in memory), so there always is </a:t>
            </a:r>
            <a:r>
              <a:rPr lang="en-US" dirty="0">
                <a:solidFill>
                  <a:srgbClr val="FF0000"/>
                </a:solidFill>
              </a:rPr>
              <a:t>an order </a:t>
            </a:r>
            <a:r>
              <a:rPr lang="en-US" dirty="0"/>
              <a:t>among the records. </a:t>
            </a:r>
            <a:br>
              <a:rPr lang="en-US" dirty="0"/>
            </a:br>
            <a:br>
              <a:rPr lang="en-US" dirty="0"/>
            </a:br>
            <a:endParaRPr lang="en-US" dirty="0"/>
          </a:p>
        </p:txBody>
      </p:sp>
    </p:spTree>
    <p:extLst>
      <p:ext uri="{BB962C8B-B14F-4D97-AF65-F5344CB8AC3E}">
        <p14:creationId xmlns:p14="http://schemas.microsoft.com/office/powerpoint/2010/main" val="562618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21F0-0D1C-9FC9-A8DF-448BA7F328A3}"/>
              </a:ext>
            </a:extLst>
          </p:cNvPr>
          <p:cNvSpPr>
            <a:spLocks noGrp="1"/>
          </p:cNvSpPr>
          <p:nvPr>
            <p:ph type="title"/>
          </p:nvPr>
        </p:nvSpPr>
        <p:spPr/>
        <p:txBody>
          <a:bodyPr/>
          <a:lstStyle/>
          <a:p>
            <a:r>
              <a:rPr lang="en-US" dirty="0"/>
              <a:t>Relational Model Constraints</a:t>
            </a:r>
          </a:p>
        </p:txBody>
      </p:sp>
      <p:sp>
        <p:nvSpPr>
          <p:cNvPr id="3" name="Content Placeholder 2">
            <a:extLst>
              <a:ext uri="{FF2B5EF4-FFF2-40B4-BE49-F238E27FC236}">
                <a16:creationId xmlns:a16="http://schemas.microsoft.com/office/drawing/2014/main" id="{20A78BF6-235A-67DD-E491-C7E9748B3413}"/>
              </a:ext>
            </a:extLst>
          </p:cNvPr>
          <p:cNvSpPr>
            <a:spLocks noGrp="1"/>
          </p:cNvSpPr>
          <p:nvPr>
            <p:ph idx="1"/>
          </p:nvPr>
        </p:nvSpPr>
        <p:spPr/>
        <p:txBody>
          <a:bodyPr>
            <a:normAutofit/>
          </a:bodyPr>
          <a:lstStyle/>
          <a:p>
            <a:pPr marL="0" indent="0">
              <a:buNone/>
            </a:pPr>
            <a:r>
              <a:rPr lang="en-US" dirty="0"/>
              <a:t>Domain constraints (A valid range of value in Attributes)</a:t>
            </a:r>
          </a:p>
          <a:p>
            <a:r>
              <a:rPr lang="en-US" dirty="0"/>
              <a:t>The data types associated with domains typically include standard numeric data types for integers and real numbers, Characters, Booleans, fixed-length strings, and variable-length strings are also available, as are date, time, timestamp, and other special data types. </a:t>
            </a:r>
          </a:p>
          <a:p>
            <a:r>
              <a:rPr lang="en-US" dirty="0"/>
              <a:t>Domains can also be described by a subrange of values from a data type or as an enumerated data type in which all possible values are explicitly listed. </a:t>
            </a:r>
            <a:br>
              <a:rPr lang="en-US" dirty="0"/>
            </a:br>
            <a:endParaRPr lang="en-US" dirty="0"/>
          </a:p>
        </p:txBody>
      </p:sp>
    </p:spTree>
    <p:extLst>
      <p:ext uri="{BB962C8B-B14F-4D97-AF65-F5344CB8AC3E}">
        <p14:creationId xmlns:p14="http://schemas.microsoft.com/office/powerpoint/2010/main" val="1174059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C78F8-5D85-58E9-9F90-BB69B3F67389}"/>
              </a:ext>
            </a:extLst>
          </p:cNvPr>
          <p:cNvSpPr>
            <a:spLocks noGrp="1"/>
          </p:cNvSpPr>
          <p:nvPr>
            <p:ph type="title"/>
          </p:nvPr>
        </p:nvSpPr>
        <p:spPr/>
        <p:txBody>
          <a:bodyPr/>
          <a:lstStyle/>
          <a:p>
            <a:r>
              <a:rPr lang="en-US" dirty="0"/>
              <a:t>Relational Model Constraints</a:t>
            </a:r>
          </a:p>
        </p:txBody>
      </p:sp>
      <p:sp>
        <p:nvSpPr>
          <p:cNvPr id="3" name="Content Placeholder 2">
            <a:extLst>
              <a:ext uri="{FF2B5EF4-FFF2-40B4-BE49-F238E27FC236}">
                <a16:creationId xmlns:a16="http://schemas.microsoft.com/office/drawing/2014/main" id="{C75B26D8-190D-4A9F-F08C-184A6E7AC6FA}"/>
              </a:ext>
            </a:extLst>
          </p:cNvPr>
          <p:cNvSpPr>
            <a:spLocks noGrp="1"/>
          </p:cNvSpPr>
          <p:nvPr>
            <p:ph idx="1"/>
          </p:nvPr>
        </p:nvSpPr>
        <p:spPr/>
        <p:txBody>
          <a:bodyPr/>
          <a:lstStyle/>
          <a:p>
            <a:r>
              <a:rPr lang="en-US" dirty="0"/>
              <a:t>Key Constraints - uniqueness</a:t>
            </a:r>
          </a:p>
          <a:p>
            <a:pPr lvl="1"/>
            <a:r>
              <a:rPr lang="en-US" dirty="0"/>
              <a:t>Super Key</a:t>
            </a:r>
          </a:p>
          <a:p>
            <a:pPr lvl="1"/>
            <a:r>
              <a:rPr lang="en-US" dirty="0"/>
              <a:t>Candidate Key</a:t>
            </a:r>
          </a:p>
          <a:p>
            <a:pPr lvl="1"/>
            <a:r>
              <a:rPr lang="en-US" dirty="0"/>
              <a:t>Primary Key</a:t>
            </a:r>
          </a:p>
          <a:p>
            <a:r>
              <a:rPr lang="en-US" dirty="0"/>
              <a:t>NULL values are or are not permitted. </a:t>
            </a:r>
          </a:p>
          <a:p>
            <a:pPr lvl="1"/>
            <a:endParaRPr lang="en-US" dirty="0"/>
          </a:p>
          <a:p>
            <a:pPr lvl="1"/>
            <a:endParaRPr lang="en-US" dirty="0"/>
          </a:p>
        </p:txBody>
      </p:sp>
    </p:spTree>
    <p:extLst>
      <p:ext uri="{BB962C8B-B14F-4D97-AF65-F5344CB8AC3E}">
        <p14:creationId xmlns:p14="http://schemas.microsoft.com/office/powerpoint/2010/main" val="2359419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7CA0B-3A9F-017B-934F-E8DBE8E174B8}"/>
              </a:ext>
            </a:extLst>
          </p:cNvPr>
          <p:cNvSpPr>
            <a:spLocks noGrp="1"/>
          </p:cNvSpPr>
          <p:nvPr>
            <p:ph type="title"/>
          </p:nvPr>
        </p:nvSpPr>
        <p:spPr/>
        <p:txBody>
          <a:bodyPr/>
          <a:lstStyle/>
          <a:p>
            <a:r>
              <a:rPr lang="en-US" dirty="0"/>
              <a:t>Relational Model Constraints</a:t>
            </a:r>
          </a:p>
        </p:txBody>
      </p:sp>
      <p:sp>
        <p:nvSpPr>
          <p:cNvPr id="3" name="Content Placeholder 2">
            <a:extLst>
              <a:ext uri="{FF2B5EF4-FFF2-40B4-BE49-F238E27FC236}">
                <a16:creationId xmlns:a16="http://schemas.microsoft.com/office/drawing/2014/main" id="{DC6C4D06-FCD3-F9ED-4EA5-F87537C04161}"/>
              </a:ext>
            </a:extLst>
          </p:cNvPr>
          <p:cNvSpPr>
            <a:spLocks noGrp="1"/>
          </p:cNvSpPr>
          <p:nvPr>
            <p:ph idx="1"/>
          </p:nvPr>
        </p:nvSpPr>
        <p:spPr/>
        <p:txBody>
          <a:bodyPr>
            <a:normAutofit lnSpcReduction="10000"/>
          </a:bodyPr>
          <a:lstStyle/>
          <a:p>
            <a:pPr marL="0" indent="0">
              <a:buNone/>
            </a:pPr>
            <a:r>
              <a:rPr lang="en-US" dirty="0"/>
              <a:t>Entity Integrity Constraints</a:t>
            </a:r>
          </a:p>
          <a:p>
            <a:r>
              <a:rPr lang="en-US" dirty="0"/>
              <a:t>The </a:t>
            </a:r>
            <a:r>
              <a:rPr lang="en-US" b="1" dirty="0"/>
              <a:t>entity integrity constraint </a:t>
            </a:r>
            <a:r>
              <a:rPr lang="en-US" dirty="0"/>
              <a:t>states that no primary key value can be NULL. This is because the </a:t>
            </a:r>
            <a:r>
              <a:rPr lang="en-US" dirty="0">
                <a:solidFill>
                  <a:srgbClr val="FF0000"/>
                </a:solidFill>
              </a:rPr>
              <a:t>primary key value </a:t>
            </a:r>
            <a:r>
              <a:rPr lang="en-US" dirty="0"/>
              <a:t>is used to </a:t>
            </a:r>
            <a:r>
              <a:rPr lang="en-US" dirty="0">
                <a:solidFill>
                  <a:srgbClr val="FF0000"/>
                </a:solidFill>
              </a:rPr>
              <a:t>identify individual tuples in a relation</a:t>
            </a:r>
            <a:r>
              <a:rPr lang="en-US" dirty="0"/>
              <a:t>.</a:t>
            </a:r>
          </a:p>
          <a:p>
            <a:r>
              <a:rPr lang="en-US" dirty="0">
                <a:solidFill>
                  <a:srgbClr val="FF0000"/>
                </a:solidFill>
              </a:rPr>
              <a:t>Key constraints and entity integrity constraints are specified on individual relations</a:t>
            </a:r>
            <a:r>
              <a:rPr lang="en-US" dirty="0"/>
              <a:t>. </a:t>
            </a:r>
          </a:p>
          <a:p>
            <a:r>
              <a:rPr lang="en-US" dirty="0"/>
              <a:t>The </a:t>
            </a:r>
            <a:r>
              <a:rPr lang="en-US" b="1" dirty="0"/>
              <a:t>referential integrity constraint </a:t>
            </a:r>
            <a:r>
              <a:rPr lang="en-US" dirty="0"/>
              <a:t>is specified between two relations and is used to maintain the consistency among tuples in the two relations – Foreign Key. </a:t>
            </a:r>
            <a:br>
              <a:rPr lang="en-US" dirty="0"/>
            </a:br>
            <a:br>
              <a:rPr lang="en-US" dirty="0"/>
            </a:br>
            <a:endParaRPr lang="en-US" dirty="0"/>
          </a:p>
        </p:txBody>
      </p:sp>
    </p:spTree>
    <p:extLst>
      <p:ext uri="{BB962C8B-B14F-4D97-AF65-F5344CB8AC3E}">
        <p14:creationId xmlns:p14="http://schemas.microsoft.com/office/powerpoint/2010/main" val="2323495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8D946-8599-B830-A608-2AAFD38FE050}"/>
              </a:ext>
            </a:extLst>
          </p:cNvPr>
          <p:cNvSpPr>
            <a:spLocks noGrp="1"/>
          </p:cNvSpPr>
          <p:nvPr>
            <p:ph type="title"/>
          </p:nvPr>
        </p:nvSpPr>
        <p:spPr/>
        <p:txBody>
          <a:bodyPr/>
          <a:lstStyle/>
          <a:p>
            <a:r>
              <a:rPr lang="en-US" dirty="0"/>
              <a:t>A Referential Integrity Constraint</a:t>
            </a:r>
          </a:p>
        </p:txBody>
      </p:sp>
      <p:sp>
        <p:nvSpPr>
          <p:cNvPr id="3" name="Content Placeholder 2">
            <a:extLst>
              <a:ext uri="{FF2B5EF4-FFF2-40B4-BE49-F238E27FC236}">
                <a16:creationId xmlns:a16="http://schemas.microsoft.com/office/drawing/2014/main" id="{2E7CC665-C814-67E4-C709-CF4985883845}"/>
              </a:ext>
            </a:extLst>
          </p:cNvPr>
          <p:cNvSpPr>
            <a:spLocks noGrp="1"/>
          </p:cNvSpPr>
          <p:nvPr>
            <p:ph idx="1"/>
          </p:nvPr>
        </p:nvSpPr>
        <p:spPr/>
        <p:txBody>
          <a:bodyPr/>
          <a:lstStyle/>
          <a:p>
            <a:r>
              <a:rPr lang="th-TH" dirty="0"/>
              <a:t>จากรูป </a:t>
            </a:r>
            <a:r>
              <a:rPr lang="en-US" dirty="0"/>
              <a:t>Department </a:t>
            </a:r>
            <a:r>
              <a:rPr lang="th-TH" dirty="0"/>
              <a:t>เป็น </a:t>
            </a:r>
            <a:r>
              <a:rPr lang="en-US" dirty="0"/>
              <a:t>Parent Table, Employee </a:t>
            </a:r>
            <a:r>
              <a:rPr lang="th-TH" dirty="0"/>
              <a:t>เป็น </a:t>
            </a:r>
            <a:r>
              <a:rPr lang="en-US" dirty="0"/>
              <a:t>Child Table </a:t>
            </a:r>
          </a:p>
          <a:p>
            <a:r>
              <a:rPr lang="th-TH" dirty="0"/>
              <a:t>เพราะ </a:t>
            </a:r>
            <a:r>
              <a:rPr lang="en-US" dirty="0"/>
              <a:t>relation </a:t>
            </a:r>
            <a:r>
              <a:rPr lang="th-TH" dirty="0"/>
              <a:t>ที่เกิดกับ </a:t>
            </a:r>
            <a:r>
              <a:rPr lang="en-US" dirty="0"/>
              <a:t>2 Tables </a:t>
            </a:r>
            <a:r>
              <a:rPr lang="th-TH" dirty="0"/>
              <a:t>มี </a:t>
            </a:r>
            <a:r>
              <a:rPr lang="en-US" dirty="0"/>
              <a:t>Primary Key </a:t>
            </a:r>
            <a:r>
              <a:rPr lang="th-TH" dirty="0"/>
              <a:t>กับ </a:t>
            </a:r>
            <a:r>
              <a:rPr lang="en-US" dirty="0"/>
              <a:t>Foreign Key </a:t>
            </a:r>
            <a:r>
              <a:rPr lang="th-TH" dirty="0"/>
              <a:t>ผูกกันอยู่</a:t>
            </a:r>
            <a:endParaRPr lang="en-US" dirty="0"/>
          </a:p>
          <a:p>
            <a:r>
              <a:rPr lang="th-TH" b="1" u="sng" dirty="0"/>
              <a:t>ดังนั้น </a:t>
            </a:r>
            <a:r>
              <a:rPr lang="en-US" b="1" u="sng" dirty="0"/>
              <a:t>A Referential Integrity Constraint </a:t>
            </a:r>
            <a:r>
              <a:rPr lang="th-TH" b="1" u="sng" dirty="0"/>
              <a:t>จะเป็นตัวที่บอกได้ว่าข้อมูลใน </a:t>
            </a:r>
            <a:r>
              <a:rPr lang="en-US" b="1" u="sng" dirty="0"/>
              <a:t>Field </a:t>
            </a:r>
            <a:r>
              <a:rPr lang="en-US" b="1" u="sng" dirty="0" err="1"/>
              <a:t>DeptID</a:t>
            </a:r>
            <a:r>
              <a:rPr lang="en-US" b="1" u="sng" dirty="0"/>
              <a:t> </a:t>
            </a:r>
            <a:r>
              <a:rPr lang="th-TH" b="1" u="sng" dirty="0"/>
              <a:t>ที่อยู่ใน </a:t>
            </a:r>
            <a:r>
              <a:rPr lang="en-US" b="1" u="sng" dirty="0"/>
              <a:t>Employee </a:t>
            </a:r>
            <a:r>
              <a:rPr lang="th-TH" b="1" u="sng" dirty="0"/>
              <a:t>จะต้องมีอยู่ใน </a:t>
            </a:r>
            <a:r>
              <a:rPr lang="en-US" b="1" u="sng" dirty="0"/>
              <a:t>Department </a:t>
            </a:r>
            <a:r>
              <a:rPr lang="th-TH" b="1" u="sng" dirty="0"/>
              <a:t>ด้วย</a:t>
            </a:r>
            <a:endParaRPr lang="en-US" b="1" u="sng" dirty="0"/>
          </a:p>
        </p:txBody>
      </p:sp>
      <p:grpSp>
        <p:nvGrpSpPr>
          <p:cNvPr id="14" name="Group 13">
            <a:extLst>
              <a:ext uri="{FF2B5EF4-FFF2-40B4-BE49-F238E27FC236}">
                <a16:creationId xmlns:a16="http://schemas.microsoft.com/office/drawing/2014/main" id="{13F7A578-4233-F843-1A6A-F7D588B6FA66}"/>
              </a:ext>
            </a:extLst>
          </p:cNvPr>
          <p:cNvGrpSpPr/>
          <p:nvPr/>
        </p:nvGrpSpPr>
        <p:grpSpPr>
          <a:xfrm>
            <a:off x="3225594" y="4023699"/>
            <a:ext cx="5740811" cy="2153264"/>
            <a:chOff x="2429797" y="2802194"/>
            <a:chExt cx="5740811" cy="2153264"/>
          </a:xfrm>
        </p:grpSpPr>
        <p:grpSp>
          <p:nvGrpSpPr>
            <p:cNvPr id="10" name="Group 9">
              <a:extLst>
                <a:ext uri="{FF2B5EF4-FFF2-40B4-BE49-F238E27FC236}">
                  <a16:creationId xmlns:a16="http://schemas.microsoft.com/office/drawing/2014/main" id="{1A8CFAE9-5ECE-FA7D-A3E3-86E67BE405A7}"/>
                </a:ext>
              </a:extLst>
            </p:cNvPr>
            <p:cNvGrpSpPr/>
            <p:nvPr/>
          </p:nvGrpSpPr>
          <p:grpSpPr>
            <a:xfrm>
              <a:off x="2429797" y="2812026"/>
              <a:ext cx="2074607" cy="2143432"/>
              <a:chOff x="2429797" y="2812026"/>
              <a:chExt cx="2074607" cy="2143432"/>
            </a:xfrm>
          </p:grpSpPr>
          <p:sp>
            <p:nvSpPr>
              <p:cNvPr id="4" name="Rectangle 3">
                <a:extLst>
                  <a:ext uri="{FF2B5EF4-FFF2-40B4-BE49-F238E27FC236}">
                    <a16:creationId xmlns:a16="http://schemas.microsoft.com/office/drawing/2014/main" id="{79EC0C66-3C01-D8E0-D8AA-424FC8193D28}"/>
                  </a:ext>
                </a:extLst>
              </p:cNvPr>
              <p:cNvSpPr/>
              <p:nvPr/>
            </p:nvSpPr>
            <p:spPr>
              <a:xfrm>
                <a:off x="2429797" y="2812026"/>
                <a:ext cx="2074607" cy="3539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Employee</a:t>
                </a:r>
              </a:p>
            </p:txBody>
          </p:sp>
          <p:sp>
            <p:nvSpPr>
              <p:cNvPr id="7" name="Rectangle 6">
                <a:extLst>
                  <a:ext uri="{FF2B5EF4-FFF2-40B4-BE49-F238E27FC236}">
                    <a16:creationId xmlns:a16="http://schemas.microsoft.com/office/drawing/2014/main" id="{B3AD1789-74B4-C4E1-6A19-65E5F0B367B3}"/>
                  </a:ext>
                </a:extLst>
              </p:cNvPr>
              <p:cNvSpPr/>
              <p:nvPr/>
            </p:nvSpPr>
            <p:spPr>
              <a:xfrm>
                <a:off x="2429797" y="3165988"/>
                <a:ext cx="2074607" cy="17894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t>
                </a:r>
                <a:r>
                  <a:rPr lang="en-US" dirty="0" err="1">
                    <a:solidFill>
                      <a:schemeClr val="tx1"/>
                    </a:solidFill>
                  </a:rPr>
                  <a:t>DeptID</a:t>
                </a:r>
                <a:r>
                  <a:rPr lang="en-US" dirty="0">
                    <a:solidFill>
                      <a:schemeClr val="tx1"/>
                    </a:solidFill>
                  </a:rPr>
                  <a:t> (Foreign Key)</a:t>
                </a:r>
              </a:p>
            </p:txBody>
          </p:sp>
        </p:grpSp>
        <p:grpSp>
          <p:nvGrpSpPr>
            <p:cNvPr id="9" name="Group 8">
              <a:extLst>
                <a:ext uri="{FF2B5EF4-FFF2-40B4-BE49-F238E27FC236}">
                  <a16:creationId xmlns:a16="http://schemas.microsoft.com/office/drawing/2014/main" id="{59447B21-4C3F-A53B-EDA3-798EE970C347}"/>
                </a:ext>
              </a:extLst>
            </p:cNvPr>
            <p:cNvGrpSpPr/>
            <p:nvPr/>
          </p:nvGrpSpPr>
          <p:grpSpPr>
            <a:xfrm>
              <a:off x="6096000" y="2802194"/>
              <a:ext cx="2074608" cy="2143432"/>
              <a:chOff x="6095999" y="2812026"/>
              <a:chExt cx="2074608" cy="2143432"/>
            </a:xfrm>
          </p:grpSpPr>
          <p:sp>
            <p:nvSpPr>
              <p:cNvPr id="5" name="Rectangle 4">
                <a:extLst>
                  <a:ext uri="{FF2B5EF4-FFF2-40B4-BE49-F238E27FC236}">
                    <a16:creationId xmlns:a16="http://schemas.microsoft.com/office/drawing/2014/main" id="{E92630CA-3DEF-E90F-FF5C-F2AD8BE054C1}"/>
                  </a:ext>
                </a:extLst>
              </p:cNvPr>
              <p:cNvSpPr/>
              <p:nvPr/>
            </p:nvSpPr>
            <p:spPr>
              <a:xfrm>
                <a:off x="6096000" y="2812026"/>
                <a:ext cx="2074607" cy="3539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Department</a:t>
                </a:r>
              </a:p>
            </p:txBody>
          </p:sp>
          <p:sp>
            <p:nvSpPr>
              <p:cNvPr id="8" name="Rectangle 7">
                <a:extLst>
                  <a:ext uri="{FF2B5EF4-FFF2-40B4-BE49-F238E27FC236}">
                    <a16:creationId xmlns:a16="http://schemas.microsoft.com/office/drawing/2014/main" id="{1F96252B-E60C-73C9-0B0C-109555E846B3}"/>
                  </a:ext>
                </a:extLst>
              </p:cNvPr>
              <p:cNvSpPr/>
              <p:nvPr/>
            </p:nvSpPr>
            <p:spPr>
              <a:xfrm>
                <a:off x="6095999" y="3165988"/>
                <a:ext cx="2074607" cy="17894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t>
                </a:r>
                <a:r>
                  <a:rPr lang="en-US" dirty="0" err="1">
                    <a:solidFill>
                      <a:schemeClr val="tx1"/>
                    </a:solidFill>
                  </a:rPr>
                  <a:t>DeptID</a:t>
                </a:r>
                <a:r>
                  <a:rPr lang="en-US" dirty="0">
                    <a:solidFill>
                      <a:schemeClr val="tx1"/>
                    </a:solidFill>
                  </a:rPr>
                  <a:t> (Primary Key)</a:t>
                </a:r>
              </a:p>
            </p:txBody>
          </p:sp>
        </p:grpSp>
        <p:cxnSp>
          <p:nvCxnSpPr>
            <p:cNvPr id="12" name="Straight Connector 11">
              <a:extLst>
                <a:ext uri="{FF2B5EF4-FFF2-40B4-BE49-F238E27FC236}">
                  <a16:creationId xmlns:a16="http://schemas.microsoft.com/office/drawing/2014/main" id="{1F663951-978E-6A3E-2ADB-8E4EFF43A9DD}"/>
                </a:ext>
              </a:extLst>
            </p:cNvPr>
            <p:cNvCxnSpPr>
              <a:cxnSpLocks/>
              <a:stCxn id="7" idx="3"/>
            </p:cNvCxnSpPr>
            <p:nvPr/>
          </p:nvCxnSpPr>
          <p:spPr>
            <a:xfrm>
              <a:off x="4504404" y="4060723"/>
              <a:ext cx="1591596" cy="0"/>
            </a:xfrm>
            <a:prstGeom prst="line">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459024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71B6D-3B99-9B64-5339-E7D4E11CA421}"/>
              </a:ext>
            </a:extLst>
          </p:cNvPr>
          <p:cNvSpPr>
            <a:spLocks noGrp="1"/>
          </p:cNvSpPr>
          <p:nvPr>
            <p:ph type="title"/>
          </p:nvPr>
        </p:nvSpPr>
        <p:spPr/>
        <p:txBody>
          <a:bodyPr/>
          <a:lstStyle/>
          <a:p>
            <a:r>
              <a:rPr lang="th-TH" dirty="0"/>
              <a:t>ความสำคัญของ </a:t>
            </a:r>
            <a:r>
              <a:rPr lang="en-US" dirty="0"/>
              <a:t>A Referential Integrity Constraint</a:t>
            </a:r>
          </a:p>
        </p:txBody>
      </p:sp>
      <p:sp>
        <p:nvSpPr>
          <p:cNvPr id="5" name="Rectangle 2">
            <a:extLst>
              <a:ext uri="{FF2B5EF4-FFF2-40B4-BE49-F238E27FC236}">
                <a16:creationId xmlns:a16="http://schemas.microsoft.com/office/drawing/2014/main" id="{65ED5D0C-B1B2-26E4-9179-BECF902F55CB}"/>
              </a:ext>
            </a:extLst>
          </p:cNvPr>
          <p:cNvSpPr>
            <a:spLocks noGrp="1" noChangeArrowheads="1"/>
          </p:cNvSpPr>
          <p:nvPr>
            <p:ph idx="1"/>
          </p:nvPr>
        </p:nvSpPr>
        <p:spPr bwMode="auto">
          <a:xfrm>
            <a:off x="838200" y="1739136"/>
            <a:ext cx="1148583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Importance of Referential Integrity: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Data Accuracy and Consistency: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Prevents "orphan" records </a:t>
            </a:r>
            <a:r>
              <a:rPr kumimoji="0" lang="en-US" altLang="en-US" sz="1800" b="0" i="0" u="none" strike="noStrike" cap="none" normalizeH="0" baseline="0" dirty="0">
                <a:ln>
                  <a:noFill/>
                </a:ln>
                <a:solidFill>
                  <a:schemeClr val="tx1"/>
                </a:solidFill>
                <a:effectLst/>
                <a:latin typeface="Arial" panose="020B0604020202020204" pitchFamily="34" charset="0"/>
              </a:rPr>
              <a:t>(e.g., an order referencing a non-existent customer).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Ensures relationships between tables remain logical and intact.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Error Prevention: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Avoids accidental deletion or updates that could break data relationships.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Most databases restrict deletion of referenced rows unless specifically instructed (e.g., with </a:t>
            </a:r>
            <a:r>
              <a:rPr kumimoji="0" lang="en-US" altLang="en-US" sz="1000" b="0" i="0" u="none" strike="noStrike" cap="none" normalizeH="0" baseline="0" dirty="0">
                <a:ln>
                  <a:noFill/>
                </a:ln>
                <a:solidFill>
                  <a:schemeClr val="tx1"/>
                </a:solidFill>
                <a:effectLst/>
                <a:latin typeface="Arial Unicode MS"/>
              </a:rPr>
              <a:t>ON DELETE CASCADE</a:t>
            </a:r>
            <a:r>
              <a:rPr kumimoji="0" lang="en-US" altLang="en-US" sz="6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Data Quality Enforcement: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Validates input and maintains trust in the data used for analysis and reporting.</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Arial" panose="020B0604020202020204" pitchFamily="34" charset="0"/>
              </a:rPr>
              <a:t>Simplified Maintenance: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Easier to manage and update data when referential rules are clearly enforced.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Enables safe restructuring or normalization of data.</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1" i="0" u="none" strike="noStrike" cap="none" normalizeH="0" baseline="0" dirty="0">
                <a:ln>
                  <a:noFill/>
                </a:ln>
                <a:solidFill>
                  <a:schemeClr val="tx1"/>
                </a:solidFill>
                <a:effectLst/>
                <a:latin typeface="Arial" panose="020B0604020202020204" pitchFamily="34" charset="0"/>
              </a:rPr>
              <a:t>Supports Business Rules: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Reflects real-world relationships (e.g., every invoice must belong to a valid customer).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85442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F9FF4-79A0-E2DC-9A4D-1D60A00E073A}"/>
              </a:ext>
            </a:extLst>
          </p:cNvPr>
          <p:cNvSpPr>
            <a:spLocks noGrp="1"/>
          </p:cNvSpPr>
          <p:nvPr>
            <p:ph type="title"/>
          </p:nvPr>
        </p:nvSpPr>
        <p:spPr/>
        <p:txBody>
          <a:bodyPr/>
          <a:lstStyle/>
          <a:p>
            <a:r>
              <a:rPr lang="th-TH" dirty="0"/>
              <a:t>การเกิด </a:t>
            </a:r>
            <a:r>
              <a:rPr lang="en-US" dirty="0"/>
              <a:t>"orphan" records </a:t>
            </a:r>
          </a:p>
        </p:txBody>
      </p:sp>
      <p:graphicFrame>
        <p:nvGraphicFramePr>
          <p:cNvPr id="4" name="Content Placeholder 3">
            <a:extLst>
              <a:ext uri="{FF2B5EF4-FFF2-40B4-BE49-F238E27FC236}">
                <a16:creationId xmlns:a16="http://schemas.microsoft.com/office/drawing/2014/main" id="{CCE61223-C83F-894E-26D5-D1FC8F6B6856}"/>
              </a:ext>
            </a:extLst>
          </p:cNvPr>
          <p:cNvGraphicFramePr>
            <a:graphicFrameLocks noGrp="1"/>
          </p:cNvGraphicFramePr>
          <p:nvPr>
            <p:ph idx="1"/>
          </p:nvPr>
        </p:nvGraphicFramePr>
        <p:xfrm>
          <a:off x="2775155" y="2120592"/>
          <a:ext cx="1924665" cy="1483360"/>
        </p:xfrm>
        <a:graphic>
          <a:graphicData uri="http://schemas.openxmlformats.org/drawingml/2006/table">
            <a:tbl>
              <a:tblPr firstRow="1" bandRow="1">
                <a:tableStyleId>{5C22544A-7EE6-4342-B048-85BDC9FD1C3A}</a:tableStyleId>
              </a:tblPr>
              <a:tblGrid>
                <a:gridCol w="852948">
                  <a:extLst>
                    <a:ext uri="{9D8B030D-6E8A-4147-A177-3AD203B41FA5}">
                      <a16:colId xmlns:a16="http://schemas.microsoft.com/office/drawing/2014/main" val="3886702437"/>
                    </a:ext>
                  </a:extLst>
                </a:gridCol>
                <a:gridCol w="1071717">
                  <a:extLst>
                    <a:ext uri="{9D8B030D-6E8A-4147-A177-3AD203B41FA5}">
                      <a16:colId xmlns:a16="http://schemas.microsoft.com/office/drawing/2014/main" val="658166646"/>
                    </a:ext>
                  </a:extLst>
                </a:gridCol>
              </a:tblGrid>
              <a:tr h="370840">
                <a:tc gridSpan="2">
                  <a:txBody>
                    <a:bodyPr/>
                    <a:lstStyle/>
                    <a:p>
                      <a:r>
                        <a:rPr lang="en-US" dirty="0"/>
                        <a:t>Employee</a:t>
                      </a:r>
                    </a:p>
                  </a:txBody>
                  <a:tcPr/>
                </a:tc>
                <a:tc hMerge="1">
                  <a:txBody>
                    <a:bodyPr/>
                    <a:lstStyle/>
                    <a:p>
                      <a:endParaRPr lang="en-US" dirty="0"/>
                    </a:p>
                  </a:txBody>
                  <a:tcPr/>
                </a:tc>
                <a:extLst>
                  <a:ext uri="{0D108BD9-81ED-4DB2-BD59-A6C34878D82A}">
                    <a16:rowId xmlns:a16="http://schemas.microsoft.com/office/drawing/2014/main" val="2577713242"/>
                  </a:ext>
                </a:extLst>
              </a:tr>
              <a:tr h="370840">
                <a:tc>
                  <a:txBody>
                    <a:bodyPr/>
                    <a:lstStyle/>
                    <a:p>
                      <a:r>
                        <a:rPr lang="en-US" dirty="0" err="1"/>
                        <a:t>EmpID</a:t>
                      </a:r>
                      <a:endParaRPr lang="en-US" dirty="0"/>
                    </a:p>
                  </a:txBody>
                  <a:tcPr/>
                </a:tc>
                <a:tc>
                  <a:txBody>
                    <a:bodyPr/>
                    <a:lstStyle/>
                    <a:p>
                      <a:r>
                        <a:rPr lang="en-US" dirty="0" err="1"/>
                        <a:t>DeptID</a:t>
                      </a:r>
                      <a:endParaRPr lang="en-US" dirty="0"/>
                    </a:p>
                  </a:txBody>
                  <a:tcPr/>
                </a:tc>
                <a:extLst>
                  <a:ext uri="{0D108BD9-81ED-4DB2-BD59-A6C34878D82A}">
                    <a16:rowId xmlns:a16="http://schemas.microsoft.com/office/drawing/2014/main" val="3562422937"/>
                  </a:ext>
                </a:extLst>
              </a:tr>
              <a:tr h="370840">
                <a:tc>
                  <a:txBody>
                    <a:bodyPr/>
                    <a:lstStyle/>
                    <a:p>
                      <a:r>
                        <a:rPr lang="en-US" dirty="0"/>
                        <a:t>00001</a:t>
                      </a:r>
                    </a:p>
                  </a:txBody>
                  <a:tcPr/>
                </a:tc>
                <a:tc>
                  <a:txBody>
                    <a:bodyPr/>
                    <a:lstStyle/>
                    <a:p>
                      <a:r>
                        <a:rPr lang="en-US" dirty="0"/>
                        <a:t>01</a:t>
                      </a:r>
                    </a:p>
                  </a:txBody>
                  <a:tcPr/>
                </a:tc>
                <a:extLst>
                  <a:ext uri="{0D108BD9-81ED-4DB2-BD59-A6C34878D82A}">
                    <a16:rowId xmlns:a16="http://schemas.microsoft.com/office/drawing/2014/main" val="3521182458"/>
                  </a:ext>
                </a:extLst>
              </a:tr>
              <a:tr h="370840">
                <a:tc>
                  <a:txBody>
                    <a:bodyPr/>
                    <a:lstStyle/>
                    <a:p>
                      <a:r>
                        <a:rPr lang="en-US" dirty="0"/>
                        <a:t>00002</a:t>
                      </a:r>
                    </a:p>
                  </a:txBody>
                  <a:tcPr/>
                </a:tc>
                <a:tc>
                  <a:txBody>
                    <a:bodyPr/>
                    <a:lstStyle/>
                    <a:p>
                      <a:r>
                        <a:rPr lang="en-US" dirty="0"/>
                        <a:t>99</a:t>
                      </a:r>
                    </a:p>
                  </a:txBody>
                  <a:tcPr/>
                </a:tc>
                <a:extLst>
                  <a:ext uri="{0D108BD9-81ED-4DB2-BD59-A6C34878D82A}">
                    <a16:rowId xmlns:a16="http://schemas.microsoft.com/office/drawing/2014/main" val="2014923930"/>
                  </a:ext>
                </a:extLst>
              </a:tr>
            </a:tbl>
          </a:graphicData>
        </a:graphic>
      </p:graphicFrame>
      <p:graphicFrame>
        <p:nvGraphicFramePr>
          <p:cNvPr id="5" name="Content Placeholder 3">
            <a:extLst>
              <a:ext uri="{FF2B5EF4-FFF2-40B4-BE49-F238E27FC236}">
                <a16:creationId xmlns:a16="http://schemas.microsoft.com/office/drawing/2014/main" id="{54613DF0-C4D7-0295-1674-87B622C09D8A}"/>
              </a:ext>
            </a:extLst>
          </p:cNvPr>
          <p:cNvGraphicFramePr>
            <a:graphicFrameLocks/>
          </p:cNvGraphicFramePr>
          <p:nvPr/>
        </p:nvGraphicFramePr>
        <p:xfrm>
          <a:off x="6565491" y="2120592"/>
          <a:ext cx="2381864" cy="1483360"/>
        </p:xfrm>
        <a:graphic>
          <a:graphicData uri="http://schemas.openxmlformats.org/drawingml/2006/table">
            <a:tbl>
              <a:tblPr firstRow="1" bandRow="1">
                <a:tableStyleId>{5C22544A-7EE6-4342-B048-85BDC9FD1C3A}</a:tableStyleId>
              </a:tblPr>
              <a:tblGrid>
                <a:gridCol w="944655">
                  <a:extLst>
                    <a:ext uri="{9D8B030D-6E8A-4147-A177-3AD203B41FA5}">
                      <a16:colId xmlns:a16="http://schemas.microsoft.com/office/drawing/2014/main" val="3886702437"/>
                    </a:ext>
                  </a:extLst>
                </a:gridCol>
                <a:gridCol w="1437209">
                  <a:extLst>
                    <a:ext uri="{9D8B030D-6E8A-4147-A177-3AD203B41FA5}">
                      <a16:colId xmlns:a16="http://schemas.microsoft.com/office/drawing/2014/main" val="658166646"/>
                    </a:ext>
                  </a:extLst>
                </a:gridCol>
              </a:tblGrid>
              <a:tr h="370840">
                <a:tc gridSpan="2">
                  <a:txBody>
                    <a:bodyPr/>
                    <a:lstStyle/>
                    <a:p>
                      <a:r>
                        <a:rPr lang="en-US" dirty="0"/>
                        <a:t>Department</a:t>
                      </a:r>
                    </a:p>
                  </a:txBody>
                  <a:tcPr/>
                </a:tc>
                <a:tc hMerge="1">
                  <a:txBody>
                    <a:bodyPr/>
                    <a:lstStyle/>
                    <a:p>
                      <a:endParaRPr lang="en-US" dirty="0"/>
                    </a:p>
                  </a:txBody>
                  <a:tcPr/>
                </a:tc>
                <a:extLst>
                  <a:ext uri="{0D108BD9-81ED-4DB2-BD59-A6C34878D82A}">
                    <a16:rowId xmlns:a16="http://schemas.microsoft.com/office/drawing/2014/main" val="2577713242"/>
                  </a:ext>
                </a:extLst>
              </a:tr>
              <a:tr h="370840">
                <a:tc>
                  <a:txBody>
                    <a:bodyPr/>
                    <a:lstStyle/>
                    <a:p>
                      <a:r>
                        <a:rPr lang="en-US" dirty="0" err="1"/>
                        <a:t>DeptID</a:t>
                      </a:r>
                      <a:endParaRPr lang="en-US" dirty="0"/>
                    </a:p>
                  </a:txBody>
                  <a:tcPr/>
                </a:tc>
                <a:tc>
                  <a:txBody>
                    <a:bodyPr/>
                    <a:lstStyle/>
                    <a:p>
                      <a:r>
                        <a:rPr lang="en-US" dirty="0" err="1"/>
                        <a:t>DeptName</a:t>
                      </a:r>
                      <a:endParaRPr lang="en-US" dirty="0"/>
                    </a:p>
                  </a:txBody>
                  <a:tcPr/>
                </a:tc>
                <a:extLst>
                  <a:ext uri="{0D108BD9-81ED-4DB2-BD59-A6C34878D82A}">
                    <a16:rowId xmlns:a16="http://schemas.microsoft.com/office/drawing/2014/main" val="3562422937"/>
                  </a:ext>
                </a:extLst>
              </a:tr>
              <a:tr h="370840">
                <a:tc>
                  <a:txBody>
                    <a:bodyPr/>
                    <a:lstStyle/>
                    <a:p>
                      <a:r>
                        <a:rPr lang="en-US" dirty="0"/>
                        <a:t>01</a:t>
                      </a:r>
                    </a:p>
                  </a:txBody>
                  <a:tcPr/>
                </a:tc>
                <a:tc>
                  <a:txBody>
                    <a:bodyPr/>
                    <a:lstStyle/>
                    <a:p>
                      <a:r>
                        <a:rPr lang="th-TH" dirty="0"/>
                        <a:t>ฝ่ายบุคคล</a:t>
                      </a:r>
                      <a:endParaRPr lang="en-US" dirty="0"/>
                    </a:p>
                  </a:txBody>
                  <a:tcPr/>
                </a:tc>
                <a:extLst>
                  <a:ext uri="{0D108BD9-81ED-4DB2-BD59-A6C34878D82A}">
                    <a16:rowId xmlns:a16="http://schemas.microsoft.com/office/drawing/2014/main" val="3521182458"/>
                  </a:ext>
                </a:extLst>
              </a:tr>
              <a:tr h="370840">
                <a:tc>
                  <a:txBody>
                    <a:bodyPr/>
                    <a:lstStyle/>
                    <a:p>
                      <a:r>
                        <a:rPr lang="en-US" dirty="0"/>
                        <a:t>02</a:t>
                      </a:r>
                    </a:p>
                  </a:txBody>
                  <a:tcPr/>
                </a:tc>
                <a:tc>
                  <a:txBody>
                    <a:bodyPr/>
                    <a:lstStyle/>
                    <a:p>
                      <a:r>
                        <a:rPr lang="th-TH" dirty="0"/>
                        <a:t>ฝ่ายไอที</a:t>
                      </a:r>
                      <a:endParaRPr lang="en-US" dirty="0"/>
                    </a:p>
                  </a:txBody>
                  <a:tcPr/>
                </a:tc>
                <a:extLst>
                  <a:ext uri="{0D108BD9-81ED-4DB2-BD59-A6C34878D82A}">
                    <a16:rowId xmlns:a16="http://schemas.microsoft.com/office/drawing/2014/main" val="2014923930"/>
                  </a:ext>
                </a:extLst>
              </a:tr>
            </a:tbl>
          </a:graphicData>
        </a:graphic>
      </p:graphicFrame>
      <p:sp>
        <p:nvSpPr>
          <p:cNvPr id="6" name="TextBox 5">
            <a:extLst>
              <a:ext uri="{FF2B5EF4-FFF2-40B4-BE49-F238E27FC236}">
                <a16:creationId xmlns:a16="http://schemas.microsoft.com/office/drawing/2014/main" id="{4AE8FC0B-5760-7B2F-8051-C5BC93664918}"/>
              </a:ext>
            </a:extLst>
          </p:cNvPr>
          <p:cNvSpPr txBox="1"/>
          <p:nvPr/>
        </p:nvSpPr>
        <p:spPr>
          <a:xfrm>
            <a:off x="1045274" y="4033856"/>
            <a:ext cx="9291198" cy="646331"/>
          </a:xfrm>
          <a:prstGeom prst="rect">
            <a:avLst/>
          </a:prstGeom>
          <a:noFill/>
        </p:spPr>
        <p:txBody>
          <a:bodyPr wrap="none" rtlCol="0">
            <a:spAutoFit/>
          </a:bodyPr>
          <a:lstStyle/>
          <a:p>
            <a:r>
              <a:rPr lang="en-US" dirty="0" err="1"/>
              <a:t>Employee.DeptID</a:t>
            </a:r>
            <a:r>
              <a:rPr lang="en-US" dirty="0"/>
              <a:t>=99 </a:t>
            </a:r>
            <a:r>
              <a:rPr lang="th-TH" dirty="0"/>
              <a:t>ไม่มีอยู่ใน </a:t>
            </a:r>
            <a:r>
              <a:rPr lang="en-US" dirty="0" err="1"/>
              <a:t>Department.DeptID</a:t>
            </a:r>
            <a:r>
              <a:rPr lang="en-US" dirty="0"/>
              <a:t> </a:t>
            </a:r>
            <a:r>
              <a:rPr lang="th-TH" dirty="0"/>
              <a:t>นี่คือ </a:t>
            </a:r>
            <a:r>
              <a:rPr lang="en-US" dirty="0"/>
              <a:t>Orphan Record </a:t>
            </a:r>
            <a:r>
              <a:rPr lang="th-TH" dirty="0"/>
              <a:t>และการที่ </a:t>
            </a:r>
            <a:r>
              <a:rPr lang="en-US" dirty="0"/>
              <a:t>Orphan Record</a:t>
            </a:r>
          </a:p>
          <a:p>
            <a:r>
              <a:rPr lang="th-TH" dirty="0"/>
              <a:t>เกิดขึ้นได้เพราะตอนสร้าง </a:t>
            </a:r>
            <a:r>
              <a:rPr lang="en-US" dirty="0"/>
              <a:t>Employee </a:t>
            </a:r>
            <a:r>
              <a:rPr lang="th-TH" dirty="0"/>
              <a:t>ไม่ได้มี </a:t>
            </a:r>
            <a:r>
              <a:rPr lang="en-US" dirty="0"/>
              <a:t>Foreign key </a:t>
            </a:r>
            <a:r>
              <a:rPr lang="th-TH" dirty="0"/>
              <a:t>กับตัว </a:t>
            </a:r>
            <a:r>
              <a:rPr lang="en-US" dirty="0"/>
              <a:t>Department </a:t>
            </a:r>
            <a:r>
              <a:rPr lang="th-TH" dirty="0"/>
              <a:t>เกิดขึ้น</a:t>
            </a:r>
            <a:endParaRPr lang="en-US" dirty="0"/>
          </a:p>
        </p:txBody>
      </p:sp>
      <p:sp>
        <p:nvSpPr>
          <p:cNvPr id="8" name="TextBox 7">
            <a:extLst>
              <a:ext uri="{FF2B5EF4-FFF2-40B4-BE49-F238E27FC236}">
                <a16:creationId xmlns:a16="http://schemas.microsoft.com/office/drawing/2014/main" id="{C394E413-3918-0AEB-CADE-ED50E3EB7015}"/>
              </a:ext>
            </a:extLst>
          </p:cNvPr>
          <p:cNvSpPr txBox="1"/>
          <p:nvPr/>
        </p:nvSpPr>
        <p:spPr>
          <a:xfrm>
            <a:off x="838200" y="1536308"/>
            <a:ext cx="6096000" cy="369332"/>
          </a:xfrm>
          <a:prstGeom prst="rect">
            <a:avLst/>
          </a:prstGeom>
          <a:noFill/>
        </p:spPr>
        <p:txBody>
          <a:bodyPr wrap="square">
            <a:spAutoFit/>
          </a:bodyPr>
          <a:lstStyle/>
          <a:p>
            <a:r>
              <a:rPr lang="en-US" dirty="0"/>
              <a:t>1. Missing Foreign Key Constraint</a:t>
            </a:r>
          </a:p>
        </p:txBody>
      </p:sp>
    </p:spTree>
    <p:extLst>
      <p:ext uri="{BB962C8B-B14F-4D97-AF65-F5344CB8AC3E}">
        <p14:creationId xmlns:p14="http://schemas.microsoft.com/office/powerpoint/2010/main" val="3704072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FF6FA-42BB-129C-964B-2DC1613CF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7C4FB-1C6F-6EF6-FABA-28A19B347F89}"/>
              </a:ext>
            </a:extLst>
          </p:cNvPr>
          <p:cNvSpPr>
            <a:spLocks noGrp="1"/>
          </p:cNvSpPr>
          <p:nvPr>
            <p:ph type="title"/>
          </p:nvPr>
        </p:nvSpPr>
        <p:spPr/>
        <p:txBody>
          <a:bodyPr/>
          <a:lstStyle/>
          <a:p>
            <a:r>
              <a:rPr lang="th-TH" dirty="0"/>
              <a:t>การเกิด </a:t>
            </a:r>
            <a:r>
              <a:rPr lang="en-US" dirty="0"/>
              <a:t>"orphan" records </a:t>
            </a:r>
          </a:p>
        </p:txBody>
      </p:sp>
      <p:graphicFrame>
        <p:nvGraphicFramePr>
          <p:cNvPr id="4" name="Content Placeholder 3">
            <a:extLst>
              <a:ext uri="{FF2B5EF4-FFF2-40B4-BE49-F238E27FC236}">
                <a16:creationId xmlns:a16="http://schemas.microsoft.com/office/drawing/2014/main" id="{0B5504AE-3637-2CB2-0753-6D9861FBD5E6}"/>
              </a:ext>
            </a:extLst>
          </p:cNvPr>
          <p:cNvGraphicFramePr>
            <a:graphicFrameLocks noGrp="1"/>
          </p:cNvGraphicFramePr>
          <p:nvPr>
            <p:ph idx="1"/>
          </p:nvPr>
        </p:nvGraphicFramePr>
        <p:xfrm>
          <a:off x="2775155" y="2120592"/>
          <a:ext cx="1924665" cy="1483360"/>
        </p:xfrm>
        <a:graphic>
          <a:graphicData uri="http://schemas.openxmlformats.org/drawingml/2006/table">
            <a:tbl>
              <a:tblPr firstRow="1" bandRow="1">
                <a:tableStyleId>{5C22544A-7EE6-4342-B048-85BDC9FD1C3A}</a:tableStyleId>
              </a:tblPr>
              <a:tblGrid>
                <a:gridCol w="852948">
                  <a:extLst>
                    <a:ext uri="{9D8B030D-6E8A-4147-A177-3AD203B41FA5}">
                      <a16:colId xmlns:a16="http://schemas.microsoft.com/office/drawing/2014/main" val="3886702437"/>
                    </a:ext>
                  </a:extLst>
                </a:gridCol>
                <a:gridCol w="1071717">
                  <a:extLst>
                    <a:ext uri="{9D8B030D-6E8A-4147-A177-3AD203B41FA5}">
                      <a16:colId xmlns:a16="http://schemas.microsoft.com/office/drawing/2014/main" val="658166646"/>
                    </a:ext>
                  </a:extLst>
                </a:gridCol>
              </a:tblGrid>
              <a:tr h="370840">
                <a:tc gridSpan="2">
                  <a:txBody>
                    <a:bodyPr/>
                    <a:lstStyle/>
                    <a:p>
                      <a:r>
                        <a:rPr lang="en-US" dirty="0"/>
                        <a:t>Employee</a:t>
                      </a:r>
                    </a:p>
                  </a:txBody>
                  <a:tcPr/>
                </a:tc>
                <a:tc hMerge="1">
                  <a:txBody>
                    <a:bodyPr/>
                    <a:lstStyle/>
                    <a:p>
                      <a:endParaRPr lang="en-US" dirty="0"/>
                    </a:p>
                  </a:txBody>
                  <a:tcPr/>
                </a:tc>
                <a:extLst>
                  <a:ext uri="{0D108BD9-81ED-4DB2-BD59-A6C34878D82A}">
                    <a16:rowId xmlns:a16="http://schemas.microsoft.com/office/drawing/2014/main" val="2577713242"/>
                  </a:ext>
                </a:extLst>
              </a:tr>
              <a:tr h="370840">
                <a:tc>
                  <a:txBody>
                    <a:bodyPr/>
                    <a:lstStyle/>
                    <a:p>
                      <a:r>
                        <a:rPr lang="en-US" dirty="0" err="1"/>
                        <a:t>EmpID</a:t>
                      </a:r>
                      <a:endParaRPr lang="en-US" dirty="0"/>
                    </a:p>
                  </a:txBody>
                  <a:tcPr/>
                </a:tc>
                <a:tc>
                  <a:txBody>
                    <a:bodyPr/>
                    <a:lstStyle/>
                    <a:p>
                      <a:r>
                        <a:rPr lang="en-US" dirty="0" err="1"/>
                        <a:t>DeptID</a:t>
                      </a:r>
                      <a:endParaRPr lang="en-US" dirty="0"/>
                    </a:p>
                  </a:txBody>
                  <a:tcPr/>
                </a:tc>
                <a:extLst>
                  <a:ext uri="{0D108BD9-81ED-4DB2-BD59-A6C34878D82A}">
                    <a16:rowId xmlns:a16="http://schemas.microsoft.com/office/drawing/2014/main" val="3562422937"/>
                  </a:ext>
                </a:extLst>
              </a:tr>
              <a:tr h="370840">
                <a:tc>
                  <a:txBody>
                    <a:bodyPr/>
                    <a:lstStyle/>
                    <a:p>
                      <a:r>
                        <a:rPr lang="en-US" dirty="0"/>
                        <a:t>00001</a:t>
                      </a:r>
                    </a:p>
                  </a:txBody>
                  <a:tcPr/>
                </a:tc>
                <a:tc>
                  <a:txBody>
                    <a:bodyPr/>
                    <a:lstStyle/>
                    <a:p>
                      <a:r>
                        <a:rPr lang="en-US" dirty="0"/>
                        <a:t>01</a:t>
                      </a:r>
                    </a:p>
                  </a:txBody>
                  <a:tcPr/>
                </a:tc>
                <a:extLst>
                  <a:ext uri="{0D108BD9-81ED-4DB2-BD59-A6C34878D82A}">
                    <a16:rowId xmlns:a16="http://schemas.microsoft.com/office/drawing/2014/main" val="3521182458"/>
                  </a:ext>
                </a:extLst>
              </a:tr>
              <a:tr h="370840">
                <a:tc>
                  <a:txBody>
                    <a:bodyPr/>
                    <a:lstStyle/>
                    <a:p>
                      <a:r>
                        <a:rPr lang="en-US" dirty="0"/>
                        <a:t>00002</a:t>
                      </a:r>
                    </a:p>
                  </a:txBody>
                  <a:tcPr/>
                </a:tc>
                <a:tc>
                  <a:txBody>
                    <a:bodyPr/>
                    <a:lstStyle/>
                    <a:p>
                      <a:r>
                        <a:rPr lang="en-US" dirty="0"/>
                        <a:t>02</a:t>
                      </a:r>
                    </a:p>
                  </a:txBody>
                  <a:tcPr/>
                </a:tc>
                <a:extLst>
                  <a:ext uri="{0D108BD9-81ED-4DB2-BD59-A6C34878D82A}">
                    <a16:rowId xmlns:a16="http://schemas.microsoft.com/office/drawing/2014/main" val="2014923930"/>
                  </a:ext>
                </a:extLst>
              </a:tr>
            </a:tbl>
          </a:graphicData>
        </a:graphic>
      </p:graphicFrame>
      <p:graphicFrame>
        <p:nvGraphicFramePr>
          <p:cNvPr id="5" name="Content Placeholder 3">
            <a:extLst>
              <a:ext uri="{FF2B5EF4-FFF2-40B4-BE49-F238E27FC236}">
                <a16:creationId xmlns:a16="http://schemas.microsoft.com/office/drawing/2014/main" id="{304BCE67-668C-66EB-6046-826CA8A76A2E}"/>
              </a:ext>
            </a:extLst>
          </p:cNvPr>
          <p:cNvGraphicFramePr>
            <a:graphicFrameLocks/>
          </p:cNvGraphicFramePr>
          <p:nvPr/>
        </p:nvGraphicFramePr>
        <p:xfrm>
          <a:off x="6565491" y="2120592"/>
          <a:ext cx="2381864" cy="1483360"/>
        </p:xfrm>
        <a:graphic>
          <a:graphicData uri="http://schemas.openxmlformats.org/drawingml/2006/table">
            <a:tbl>
              <a:tblPr firstRow="1" bandRow="1">
                <a:tableStyleId>{5C22544A-7EE6-4342-B048-85BDC9FD1C3A}</a:tableStyleId>
              </a:tblPr>
              <a:tblGrid>
                <a:gridCol w="944655">
                  <a:extLst>
                    <a:ext uri="{9D8B030D-6E8A-4147-A177-3AD203B41FA5}">
                      <a16:colId xmlns:a16="http://schemas.microsoft.com/office/drawing/2014/main" val="3886702437"/>
                    </a:ext>
                  </a:extLst>
                </a:gridCol>
                <a:gridCol w="1437209">
                  <a:extLst>
                    <a:ext uri="{9D8B030D-6E8A-4147-A177-3AD203B41FA5}">
                      <a16:colId xmlns:a16="http://schemas.microsoft.com/office/drawing/2014/main" val="658166646"/>
                    </a:ext>
                  </a:extLst>
                </a:gridCol>
              </a:tblGrid>
              <a:tr h="370840">
                <a:tc gridSpan="2">
                  <a:txBody>
                    <a:bodyPr/>
                    <a:lstStyle/>
                    <a:p>
                      <a:r>
                        <a:rPr lang="en-US" dirty="0"/>
                        <a:t>Department</a:t>
                      </a:r>
                    </a:p>
                  </a:txBody>
                  <a:tcPr/>
                </a:tc>
                <a:tc hMerge="1">
                  <a:txBody>
                    <a:bodyPr/>
                    <a:lstStyle/>
                    <a:p>
                      <a:endParaRPr lang="en-US" dirty="0"/>
                    </a:p>
                  </a:txBody>
                  <a:tcPr/>
                </a:tc>
                <a:extLst>
                  <a:ext uri="{0D108BD9-81ED-4DB2-BD59-A6C34878D82A}">
                    <a16:rowId xmlns:a16="http://schemas.microsoft.com/office/drawing/2014/main" val="2577713242"/>
                  </a:ext>
                </a:extLst>
              </a:tr>
              <a:tr h="370840">
                <a:tc>
                  <a:txBody>
                    <a:bodyPr/>
                    <a:lstStyle/>
                    <a:p>
                      <a:r>
                        <a:rPr lang="en-US" dirty="0" err="1"/>
                        <a:t>DeptID</a:t>
                      </a:r>
                      <a:endParaRPr lang="en-US" dirty="0"/>
                    </a:p>
                  </a:txBody>
                  <a:tcPr/>
                </a:tc>
                <a:tc>
                  <a:txBody>
                    <a:bodyPr/>
                    <a:lstStyle/>
                    <a:p>
                      <a:r>
                        <a:rPr lang="en-US" dirty="0" err="1"/>
                        <a:t>DeptName</a:t>
                      </a:r>
                      <a:endParaRPr lang="en-US" dirty="0"/>
                    </a:p>
                  </a:txBody>
                  <a:tcPr/>
                </a:tc>
                <a:extLst>
                  <a:ext uri="{0D108BD9-81ED-4DB2-BD59-A6C34878D82A}">
                    <a16:rowId xmlns:a16="http://schemas.microsoft.com/office/drawing/2014/main" val="3562422937"/>
                  </a:ext>
                </a:extLst>
              </a:tr>
              <a:tr h="370840">
                <a:tc>
                  <a:txBody>
                    <a:bodyPr/>
                    <a:lstStyle/>
                    <a:p>
                      <a:r>
                        <a:rPr lang="en-US" dirty="0"/>
                        <a:t>01</a:t>
                      </a:r>
                    </a:p>
                  </a:txBody>
                  <a:tcPr/>
                </a:tc>
                <a:tc>
                  <a:txBody>
                    <a:bodyPr/>
                    <a:lstStyle/>
                    <a:p>
                      <a:r>
                        <a:rPr lang="th-TH" dirty="0"/>
                        <a:t>ฝ่ายบุคคล</a:t>
                      </a:r>
                      <a:endParaRPr lang="en-US" dirty="0"/>
                    </a:p>
                  </a:txBody>
                  <a:tcPr/>
                </a:tc>
                <a:extLst>
                  <a:ext uri="{0D108BD9-81ED-4DB2-BD59-A6C34878D82A}">
                    <a16:rowId xmlns:a16="http://schemas.microsoft.com/office/drawing/2014/main" val="3521182458"/>
                  </a:ext>
                </a:extLst>
              </a:tr>
              <a:tr h="370840">
                <a:tc>
                  <a:txBody>
                    <a:bodyPr/>
                    <a:lstStyle/>
                    <a:p>
                      <a:r>
                        <a:rPr lang="en-US" strike="sngStrike" dirty="0">
                          <a:solidFill>
                            <a:srgbClr val="FF0000"/>
                          </a:solidFill>
                        </a:rPr>
                        <a:t>02</a:t>
                      </a:r>
                    </a:p>
                  </a:txBody>
                  <a:tcPr/>
                </a:tc>
                <a:tc>
                  <a:txBody>
                    <a:bodyPr/>
                    <a:lstStyle/>
                    <a:p>
                      <a:r>
                        <a:rPr lang="th-TH" strike="sngStrike" dirty="0">
                          <a:solidFill>
                            <a:srgbClr val="FF0000"/>
                          </a:solidFill>
                        </a:rPr>
                        <a:t>ฝ่ายไอที</a:t>
                      </a:r>
                      <a:endParaRPr lang="en-US" strike="sngStrike" dirty="0">
                        <a:solidFill>
                          <a:srgbClr val="FF0000"/>
                        </a:solidFill>
                      </a:endParaRPr>
                    </a:p>
                  </a:txBody>
                  <a:tcPr/>
                </a:tc>
                <a:extLst>
                  <a:ext uri="{0D108BD9-81ED-4DB2-BD59-A6C34878D82A}">
                    <a16:rowId xmlns:a16="http://schemas.microsoft.com/office/drawing/2014/main" val="2014923930"/>
                  </a:ext>
                </a:extLst>
              </a:tr>
            </a:tbl>
          </a:graphicData>
        </a:graphic>
      </p:graphicFrame>
      <p:sp>
        <p:nvSpPr>
          <p:cNvPr id="6" name="TextBox 5">
            <a:extLst>
              <a:ext uri="{FF2B5EF4-FFF2-40B4-BE49-F238E27FC236}">
                <a16:creationId xmlns:a16="http://schemas.microsoft.com/office/drawing/2014/main" id="{F0A870C1-C0BE-28E6-E455-BE6356C534EB}"/>
              </a:ext>
            </a:extLst>
          </p:cNvPr>
          <p:cNvSpPr txBox="1"/>
          <p:nvPr/>
        </p:nvSpPr>
        <p:spPr>
          <a:xfrm>
            <a:off x="1045274" y="4033856"/>
            <a:ext cx="6401176" cy="369332"/>
          </a:xfrm>
          <a:prstGeom prst="rect">
            <a:avLst/>
          </a:prstGeom>
          <a:noFill/>
        </p:spPr>
        <p:txBody>
          <a:bodyPr wrap="none" rtlCol="0">
            <a:spAutoFit/>
          </a:bodyPr>
          <a:lstStyle/>
          <a:p>
            <a:r>
              <a:rPr lang="th-TH" dirty="0"/>
              <a:t>ถ้าลบ </a:t>
            </a:r>
            <a:r>
              <a:rPr lang="en-US" dirty="0" err="1"/>
              <a:t>DeptID</a:t>
            </a:r>
            <a:r>
              <a:rPr lang="en-US" dirty="0"/>
              <a:t> = 02 </a:t>
            </a:r>
            <a:r>
              <a:rPr lang="th-TH" dirty="0"/>
              <a:t>ออกไปจาก </a:t>
            </a:r>
            <a:r>
              <a:rPr lang="en-US" dirty="0"/>
              <a:t>Department </a:t>
            </a:r>
            <a:r>
              <a:rPr lang="th-TH" dirty="0"/>
              <a:t>ก็จะทำให้เกิด </a:t>
            </a:r>
            <a:r>
              <a:rPr lang="en-US" dirty="0"/>
              <a:t>Orphan Record </a:t>
            </a:r>
            <a:r>
              <a:rPr lang="th-TH" dirty="0"/>
              <a:t>ได้</a:t>
            </a:r>
            <a:r>
              <a:rPr lang="en-US" dirty="0"/>
              <a:t> </a:t>
            </a:r>
          </a:p>
        </p:txBody>
      </p:sp>
      <p:sp>
        <p:nvSpPr>
          <p:cNvPr id="8" name="TextBox 7">
            <a:extLst>
              <a:ext uri="{FF2B5EF4-FFF2-40B4-BE49-F238E27FC236}">
                <a16:creationId xmlns:a16="http://schemas.microsoft.com/office/drawing/2014/main" id="{348580F8-6530-60BC-8738-7A33BE23961B}"/>
              </a:ext>
            </a:extLst>
          </p:cNvPr>
          <p:cNvSpPr txBox="1"/>
          <p:nvPr/>
        </p:nvSpPr>
        <p:spPr>
          <a:xfrm>
            <a:off x="838200" y="1536308"/>
            <a:ext cx="6096000" cy="369332"/>
          </a:xfrm>
          <a:prstGeom prst="rect">
            <a:avLst/>
          </a:prstGeom>
          <a:noFill/>
        </p:spPr>
        <p:txBody>
          <a:bodyPr wrap="square">
            <a:spAutoFit/>
          </a:bodyPr>
          <a:lstStyle/>
          <a:p>
            <a:r>
              <a:rPr lang="en-US" dirty="0"/>
              <a:t>2. </a:t>
            </a:r>
            <a:r>
              <a:rPr lang="en-US" b="1" dirty="0"/>
              <a:t>Manual Deletion of Parent Row</a:t>
            </a:r>
            <a:endParaRPr lang="en-US" dirty="0"/>
          </a:p>
        </p:txBody>
      </p:sp>
      <p:sp>
        <p:nvSpPr>
          <p:cNvPr id="9" name="TextBox 8">
            <a:extLst>
              <a:ext uri="{FF2B5EF4-FFF2-40B4-BE49-F238E27FC236}">
                <a16:creationId xmlns:a16="http://schemas.microsoft.com/office/drawing/2014/main" id="{2BD2336A-D46B-19B0-306F-9FF1892CC87F}"/>
              </a:ext>
            </a:extLst>
          </p:cNvPr>
          <p:cNvSpPr txBox="1"/>
          <p:nvPr/>
        </p:nvSpPr>
        <p:spPr>
          <a:xfrm>
            <a:off x="1045274" y="4833092"/>
            <a:ext cx="7895305" cy="369332"/>
          </a:xfrm>
          <a:prstGeom prst="rect">
            <a:avLst/>
          </a:prstGeom>
          <a:noFill/>
        </p:spPr>
        <p:txBody>
          <a:bodyPr wrap="square">
            <a:spAutoFit/>
          </a:bodyPr>
          <a:lstStyle/>
          <a:p>
            <a:r>
              <a:rPr lang="th-TH" b="1" dirty="0">
                <a:solidFill>
                  <a:schemeClr val="tx2">
                    <a:lumMod val="75000"/>
                    <a:lumOff val="25000"/>
                  </a:schemeClr>
                </a:solidFill>
              </a:rPr>
              <a:t>ตัวอย่าง </a:t>
            </a:r>
            <a:r>
              <a:rPr lang="en-US" b="1" dirty="0">
                <a:solidFill>
                  <a:schemeClr val="tx2">
                    <a:lumMod val="75000"/>
                    <a:lumOff val="25000"/>
                  </a:schemeClr>
                </a:solidFill>
              </a:rPr>
              <a:t>: https://www.db-fiddle.com/f/sFWeWm4yvG4mt3aS6P2PkA/0</a:t>
            </a:r>
          </a:p>
        </p:txBody>
      </p:sp>
    </p:spTree>
    <p:extLst>
      <p:ext uri="{BB962C8B-B14F-4D97-AF65-F5344CB8AC3E}">
        <p14:creationId xmlns:p14="http://schemas.microsoft.com/office/powerpoint/2010/main" val="148494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5F2E-CC71-EB65-1AB6-4B1B2A9B3308}"/>
              </a:ext>
            </a:extLst>
          </p:cNvPr>
          <p:cNvSpPr>
            <a:spLocks noGrp="1"/>
          </p:cNvSpPr>
          <p:nvPr>
            <p:ph type="title"/>
          </p:nvPr>
        </p:nvSpPr>
        <p:spPr/>
        <p:txBody>
          <a:bodyPr/>
          <a:lstStyle/>
          <a:p>
            <a:r>
              <a:rPr lang="th-TH" dirty="0"/>
              <a:t>วิธีการป้องกัน</a:t>
            </a:r>
            <a:endParaRPr lang="en-US" dirty="0"/>
          </a:p>
        </p:txBody>
      </p:sp>
      <p:sp>
        <p:nvSpPr>
          <p:cNvPr id="3" name="Content Placeholder 2">
            <a:extLst>
              <a:ext uri="{FF2B5EF4-FFF2-40B4-BE49-F238E27FC236}">
                <a16:creationId xmlns:a16="http://schemas.microsoft.com/office/drawing/2014/main" id="{4981C693-6DE8-6D91-10D2-7174134234FA}"/>
              </a:ext>
            </a:extLst>
          </p:cNvPr>
          <p:cNvSpPr>
            <a:spLocks noGrp="1"/>
          </p:cNvSpPr>
          <p:nvPr>
            <p:ph idx="1"/>
          </p:nvPr>
        </p:nvSpPr>
        <p:spPr/>
        <p:txBody>
          <a:bodyPr>
            <a:normAutofit fontScale="62500" lnSpcReduction="20000"/>
          </a:bodyPr>
          <a:lstStyle/>
          <a:p>
            <a:r>
              <a:rPr lang="th-TH" sz="5100" dirty="0"/>
              <a:t>เพิ่ม </a:t>
            </a:r>
            <a:r>
              <a:rPr lang="en-US" sz="5100" dirty="0"/>
              <a:t>Foreign Key </a:t>
            </a:r>
            <a:r>
              <a:rPr lang="th-TH" sz="5100" dirty="0"/>
              <a:t>เข้าไป</a:t>
            </a:r>
            <a:endParaRPr lang="en-US" sz="5100" dirty="0"/>
          </a:p>
          <a:p>
            <a:pPr marL="0" indent="0">
              <a:buNone/>
            </a:pPr>
            <a:endParaRPr lang="en-US" dirty="0"/>
          </a:p>
          <a:p>
            <a:pPr marL="0" indent="0">
              <a:buNone/>
            </a:pPr>
            <a:r>
              <a:rPr lang="en-US" dirty="0"/>
              <a:t>CREATE TABLE Department(</a:t>
            </a:r>
          </a:p>
          <a:p>
            <a:pPr marL="0" indent="0">
              <a:buNone/>
            </a:pPr>
            <a:r>
              <a:rPr lang="en-US" dirty="0"/>
              <a:t>  </a:t>
            </a:r>
            <a:r>
              <a:rPr lang="en-US" dirty="0" err="1"/>
              <a:t>DeptID</a:t>
            </a:r>
            <a:r>
              <a:rPr lang="en-US" dirty="0"/>
              <a:t> INT AUTO_INCREMENT PRIMARY KEY, </a:t>
            </a:r>
          </a:p>
          <a:p>
            <a:pPr marL="0" indent="0">
              <a:buNone/>
            </a:pPr>
            <a:r>
              <a:rPr lang="en-US" dirty="0"/>
              <a:t>  </a:t>
            </a:r>
            <a:r>
              <a:rPr lang="en-US" dirty="0" err="1"/>
              <a:t>DeptName</a:t>
            </a:r>
            <a:r>
              <a:rPr lang="en-US" dirty="0"/>
              <a:t> NVARCHAR(100) NOT NULL</a:t>
            </a:r>
          </a:p>
          <a:p>
            <a:pPr marL="0" indent="0">
              <a:buNone/>
            </a:pPr>
            <a:r>
              <a:rPr lang="en-US" dirty="0"/>
              <a:t>);</a:t>
            </a:r>
          </a:p>
          <a:p>
            <a:pPr marL="0" indent="0">
              <a:buNone/>
            </a:pPr>
            <a:endParaRPr lang="en-US" dirty="0"/>
          </a:p>
          <a:p>
            <a:pPr marL="0" indent="0">
              <a:buNone/>
            </a:pPr>
            <a:r>
              <a:rPr lang="en-US" dirty="0"/>
              <a:t>CREATE TABLE Employee(</a:t>
            </a:r>
          </a:p>
          <a:p>
            <a:pPr marL="0" indent="0">
              <a:buNone/>
            </a:pPr>
            <a:r>
              <a:rPr lang="en-US" dirty="0"/>
              <a:t>  </a:t>
            </a:r>
            <a:r>
              <a:rPr lang="en-US" dirty="0" err="1"/>
              <a:t>EmpID</a:t>
            </a:r>
            <a:r>
              <a:rPr lang="en-US" dirty="0"/>
              <a:t> INT AUTO_INCREMENT PRIMARY KEY, </a:t>
            </a:r>
          </a:p>
          <a:p>
            <a:pPr marL="0" indent="0">
              <a:buNone/>
            </a:pPr>
            <a:r>
              <a:rPr lang="en-US" dirty="0"/>
              <a:t>  </a:t>
            </a:r>
            <a:r>
              <a:rPr lang="en-US" dirty="0" err="1"/>
              <a:t>DeptID</a:t>
            </a:r>
            <a:r>
              <a:rPr lang="en-US" dirty="0"/>
              <a:t> INT</a:t>
            </a:r>
          </a:p>
          <a:p>
            <a:pPr marL="0" indent="0">
              <a:buNone/>
            </a:pPr>
            <a:r>
              <a:rPr lang="en-US" dirty="0">
                <a:highlight>
                  <a:srgbClr val="FFFF00"/>
                </a:highlight>
              </a:rPr>
              <a:t>  ,FOREIGN KEY (</a:t>
            </a:r>
            <a:r>
              <a:rPr lang="en-US" dirty="0" err="1">
                <a:highlight>
                  <a:srgbClr val="FFFF00"/>
                </a:highlight>
              </a:rPr>
              <a:t>DeptID</a:t>
            </a:r>
            <a:r>
              <a:rPr lang="en-US" dirty="0">
                <a:highlight>
                  <a:srgbClr val="FFFF00"/>
                </a:highlight>
              </a:rPr>
              <a:t>) REFERENCES Department(</a:t>
            </a:r>
            <a:r>
              <a:rPr lang="en-US" dirty="0" err="1">
                <a:highlight>
                  <a:srgbClr val="FFFF00"/>
                </a:highlight>
              </a:rPr>
              <a:t>DeptID</a:t>
            </a:r>
            <a:r>
              <a:rPr lang="en-US" dirty="0">
                <a:highlight>
                  <a:srgbClr val="FFFF00"/>
                </a:highlight>
              </a:rPr>
              <a:t>)</a:t>
            </a:r>
          </a:p>
          <a:p>
            <a:pPr marL="0" indent="0">
              <a:buNone/>
            </a:pPr>
            <a:r>
              <a:rPr lang="en-US" dirty="0"/>
              <a:t>);</a:t>
            </a:r>
          </a:p>
          <a:p>
            <a:pPr marL="0" indent="0">
              <a:buNone/>
            </a:pPr>
            <a:r>
              <a:rPr lang="en-US" dirty="0"/>
              <a:t>		</a:t>
            </a:r>
          </a:p>
          <a:p>
            <a:endParaRPr lang="en-US" dirty="0"/>
          </a:p>
        </p:txBody>
      </p:sp>
    </p:spTree>
    <p:extLst>
      <p:ext uri="{BB962C8B-B14F-4D97-AF65-F5344CB8AC3E}">
        <p14:creationId xmlns:p14="http://schemas.microsoft.com/office/powerpoint/2010/main" val="615434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5B1E4-3FB1-539A-E173-357EDB6E5D6D}"/>
              </a:ext>
            </a:extLst>
          </p:cNvPr>
          <p:cNvSpPr>
            <a:spLocks noGrp="1"/>
          </p:cNvSpPr>
          <p:nvPr>
            <p:ph type="title"/>
          </p:nvPr>
        </p:nvSpPr>
        <p:spPr/>
        <p:txBody>
          <a:bodyPr/>
          <a:lstStyle/>
          <a:p>
            <a:r>
              <a:rPr lang="th-TH" dirty="0"/>
              <a:t>กระบวนการป้องกัน</a:t>
            </a:r>
            <a:endParaRPr lang="en-US" dirty="0"/>
          </a:p>
        </p:txBody>
      </p:sp>
      <p:sp>
        <p:nvSpPr>
          <p:cNvPr id="3" name="Content Placeholder 2">
            <a:extLst>
              <a:ext uri="{FF2B5EF4-FFF2-40B4-BE49-F238E27FC236}">
                <a16:creationId xmlns:a16="http://schemas.microsoft.com/office/drawing/2014/main" id="{DF7DA30D-90BB-B39C-8574-5BA111E3AD5B}"/>
              </a:ext>
            </a:extLst>
          </p:cNvPr>
          <p:cNvSpPr>
            <a:spLocks noGrp="1"/>
          </p:cNvSpPr>
          <p:nvPr>
            <p:ph idx="1"/>
          </p:nvPr>
        </p:nvSpPr>
        <p:spPr/>
        <p:txBody>
          <a:bodyPr>
            <a:normAutofit fontScale="85000" lnSpcReduction="20000"/>
          </a:bodyPr>
          <a:lstStyle/>
          <a:p>
            <a:pPr marL="514350" indent="-514350">
              <a:buFont typeface="+mj-lt"/>
              <a:buAutoNum type="arabicPeriod"/>
              <a:defRPr/>
            </a:pPr>
            <a:r>
              <a:rPr lang="en-US" b="1" dirty="0"/>
              <a:t>NO ACTION:</a:t>
            </a:r>
            <a:r>
              <a:rPr lang="en-US" dirty="0"/>
              <a:t> This is the default action that MySQL performs. This specifies that if an update or deletes statement affects rows in foreign key tables, then the action will be denied and rolled back. </a:t>
            </a:r>
            <a:r>
              <a:rPr lang="en-US" dirty="0">
                <a:highlight>
                  <a:srgbClr val="FFFF00"/>
                </a:highlight>
              </a:rPr>
              <a:t>An error message will be raised</a:t>
            </a:r>
            <a:r>
              <a:rPr lang="en-US" dirty="0"/>
              <a:t>.</a:t>
            </a:r>
            <a:endParaRPr lang="en-US" b="1" dirty="0"/>
          </a:p>
          <a:p>
            <a:pPr marL="514350" indent="-514350">
              <a:buFont typeface="+mj-lt"/>
              <a:buAutoNum type="arabicPeriod"/>
              <a:defRPr/>
            </a:pPr>
            <a:r>
              <a:rPr lang="en-US" b="1" dirty="0"/>
              <a:t>SET NULL:</a:t>
            </a:r>
            <a:r>
              <a:rPr lang="en-US" dirty="0"/>
              <a:t> If a user tries to delete or update statement(s) that will affect rows in the foreign key table, then those values will be set to NULL when the primary key record is deleted or updated in the Primary key table. The important thing that we need to keep in mind is that the foreign key columns affected must allow NULL values.</a:t>
            </a:r>
          </a:p>
          <a:p>
            <a:pPr marL="514350" indent="-514350">
              <a:buFont typeface="+mj-lt"/>
              <a:buAutoNum type="arabicPeriod"/>
              <a:defRPr/>
            </a:pPr>
            <a:r>
              <a:rPr lang="en-US" b="1" dirty="0"/>
              <a:t>CASCADE:</a:t>
            </a:r>
            <a:r>
              <a:rPr lang="en-US" dirty="0"/>
              <a:t> If a user tries to delete the statement(s) which will affect the rows in the foreign key table, then those rows will also be deleted when the primary key record is deleted. Similarly, if an update statement affects rows in the foreign key table, then those rows will also be updated with the value from the primary key record after it has been updated.</a:t>
            </a:r>
          </a:p>
          <a:p>
            <a:endParaRPr lang="en-US" dirty="0"/>
          </a:p>
        </p:txBody>
      </p:sp>
      <p:sp>
        <p:nvSpPr>
          <p:cNvPr id="4" name="TextBox 3">
            <a:extLst>
              <a:ext uri="{FF2B5EF4-FFF2-40B4-BE49-F238E27FC236}">
                <a16:creationId xmlns:a16="http://schemas.microsoft.com/office/drawing/2014/main" id="{DE8559C4-E6DD-AF16-1D09-43A22FB8D557}"/>
              </a:ext>
            </a:extLst>
          </p:cNvPr>
          <p:cNvSpPr txBox="1"/>
          <p:nvPr/>
        </p:nvSpPr>
        <p:spPr>
          <a:xfrm>
            <a:off x="4443753" y="5988734"/>
            <a:ext cx="3304494" cy="646331"/>
          </a:xfrm>
          <a:prstGeom prst="rect">
            <a:avLst/>
          </a:prstGeom>
          <a:noFill/>
        </p:spPr>
        <p:txBody>
          <a:bodyPr wrap="none" rtlCol="0">
            <a:spAutoFit/>
          </a:bodyPr>
          <a:lstStyle/>
          <a:p>
            <a:r>
              <a:rPr lang="en-US" dirty="0">
                <a:solidFill>
                  <a:srgbClr val="FF0000"/>
                </a:solidFill>
              </a:rPr>
              <a:t>Primary key table = Parent table</a:t>
            </a:r>
          </a:p>
          <a:p>
            <a:r>
              <a:rPr lang="en-US" dirty="0">
                <a:solidFill>
                  <a:srgbClr val="FF0000"/>
                </a:solidFill>
              </a:rPr>
              <a:t>Foreign key table = Child table</a:t>
            </a:r>
          </a:p>
        </p:txBody>
      </p:sp>
    </p:spTree>
    <p:extLst>
      <p:ext uri="{BB962C8B-B14F-4D97-AF65-F5344CB8AC3E}">
        <p14:creationId xmlns:p14="http://schemas.microsoft.com/office/powerpoint/2010/main" val="2742920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ชื่อเรื่อง 1">
            <a:extLst>
              <a:ext uri="{FF2B5EF4-FFF2-40B4-BE49-F238E27FC236}">
                <a16:creationId xmlns:a16="http://schemas.microsoft.com/office/drawing/2014/main" id="{BA99AD12-2E76-4CCC-72E3-0B414D54D136}"/>
              </a:ext>
            </a:extLst>
          </p:cNvPr>
          <p:cNvSpPr>
            <a:spLocks noGrp="1" noChangeArrowheads="1"/>
          </p:cNvSpPr>
          <p:nvPr>
            <p:ph type="title"/>
          </p:nvPr>
        </p:nvSpPr>
        <p:spPr/>
        <p:txBody>
          <a:bodyPr/>
          <a:lstStyle/>
          <a:p>
            <a:pPr eaLnBrk="1" hangingPunct="1"/>
            <a:endParaRPr lang="en-US" altLang="en-US"/>
          </a:p>
        </p:txBody>
      </p:sp>
      <p:pic>
        <p:nvPicPr>
          <p:cNvPr id="45059" name="Picture 2">
            <a:extLst>
              <a:ext uri="{FF2B5EF4-FFF2-40B4-BE49-F238E27FC236}">
                <a16:creationId xmlns:a16="http://schemas.microsoft.com/office/drawing/2014/main" id="{879609CF-6348-7C1B-3A65-D0D53A6199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81000"/>
            <a:ext cx="8301038"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สี่เหลี่ยมผืนผ้า 4">
            <a:extLst>
              <a:ext uri="{FF2B5EF4-FFF2-40B4-BE49-F238E27FC236}">
                <a16:creationId xmlns:a16="http://schemas.microsoft.com/office/drawing/2014/main" id="{FC691E40-0EDE-7039-C54B-589202F1F2C0}"/>
              </a:ext>
            </a:extLst>
          </p:cNvPr>
          <p:cNvSpPr>
            <a:spLocks noChangeArrowheads="1"/>
          </p:cNvSpPr>
          <p:nvPr/>
        </p:nvSpPr>
        <p:spPr bwMode="auto">
          <a:xfrm>
            <a:off x="2133600" y="4495801"/>
            <a:ext cx="7162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th-TH" altLang="en-US" sz="1800" b="1" u="sng">
                <a:solidFill>
                  <a:srgbClr val="000000"/>
                </a:solidFill>
              </a:rPr>
              <a:t>กรณีลบ</a:t>
            </a:r>
          </a:p>
          <a:p>
            <a:pPr eaLnBrk="1" hangingPunct="1">
              <a:spcBef>
                <a:spcPct val="0"/>
              </a:spcBef>
              <a:buFontTx/>
              <a:buNone/>
            </a:pPr>
            <a:r>
              <a:rPr lang="th-TH" altLang="en-US" sz="1800">
                <a:solidFill>
                  <a:srgbClr val="000000"/>
                </a:solidFill>
              </a:rPr>
              <a:t>– ไม่ยอมให้มีการลบข้อมูลเกิดขึ้น </a:t>
            </a:r>
          </a:p>
          <a:p>
            <a:pPr eaLnBrk="1" hangingPunct="1">
              <a:spcBef>
                <a:spcPct val="0"/>
              </a:spcBef>
              <a:buFontTx/>
              <a:buNone/>
            </a:pPr>
            <a:r>
              <a:rPr lang="th-TH" altLang="en-US" sz="1800">
                <a:solidFill>
                  <a:srgbClr val="000000"/>
                </a:solidFill>
              </a:rPr>
              <a:t> – ลบข้อมูลทั้งใน </a:t>
            </a:r>
            <a:r>
              <a:rPr lang="en-US" altLang="en-US" sz="1800">
                <a:solidFill>
                  <a:srgbClr val="000000"/>
                </a:solidFill>
              </a:rPr>
              <a:t>Target </a:t>
            </a:r>
            <a:r>
              <a:rPr lang="th-TH" altLang="en-US" sz="1800">
                <a:solidFill>
                  <a:srgbClr val="000000"/>
                </a:solidFill>
              </a:rPr>
              <a:t>และ </a:t>
            </a:r>
            <a:r>
              <a:rPr lang="en-US" altLang="en-US" sz="1800">
                <a:solidFill>
                  <a:srgbClr val="000000"/>
                </a:solidFill>
              </a:rPr>
              <a:t>Referencing Relation </a:t>
            </a:r>
            <a:r>
              <a:rPr lang="th-TH" altLang="en-US" sz="1800">
                <a:solidFill>
                  <a:srgbClr val="000000"/>
                </a:solidFill>
              </a:rPr>
              <a:t>ที่มี </a:t>
            </a:r>
            <a:r>
              <a:rPr lang="en-US" altLang="en-US" sz="1800">
                <a:solidFill>
                  <a:srgbClr val="000000"/>
                </a:solidFill>
              </a:rPr>
              <a:t>foreign key </a:t>
            </a:r>
            <a:r>
              <a:rPr lang="th-TH" altLang="en-US" sz="1800">
                <a:solidFill>
                  <a:srgbClr val="000000"/>
                </a:solidFill>
              </a:rPr>
              <a:t>อ้างอิงอยู่ทั้งหมด</a:t>
            </a:r>
            <a:endParaRPr lang="en-US" altLang="en-US" sz="1800">
              <a:solidFill>
                <a:srgbClr val="000000"/>
              </a:solidFill>
            </a:endParaRPr>
          </a:p>
        </p:txBody>
      </p:sp>
      <p:sp>
        <p:nvSpPr>
          <p:cNvPr id="45061" name="สี่เหลี่ยมผืนผ้า 5">
            <a:extLst>
              <a:ext uri="{FF2B5EF4-FFF2-40B4-BE49-F238E27FC236}">
                <a16:creationId xmlns:a16="http://schemas.microsoft.com/office/drawing/2014/main" id="{F6CDFFB2-4F29-0680-966A-A2470B242948}"/>
              </a:ext>
            </a:extLst>
          </p:cNvPr>
          <p:cNvSpPr>
            <a:spLocks noChangeArrowheads="1"/>
          </p:cNvSpPr>
          <p:nvPr/>
        </p:nvSpPr>
        <p:spPr bwMode="auto">
          <a:xfrm>
            <a:off x="2057400" y="5562601"/>
            <a:ext cx="6781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th-TH" altLang="en-US" sz="1800" b="1" u="sng">
                <a:solidFill>
                  <a:srgbClr val="000000"/>
                </a:solidFill>
              </a:rPr>
              <a:t>กรณีแก้ไข</a:t>
            </a:r>
            <a:endParaRPr lang="en-US" altLang="en-US" sz="1800">
              <a:solidFill>
                <a:srgbClr val="000000"/>
              </a:solidFill>
            </a:endParaRPr>
          </a:p>
          <a:p>
            <a:pPr eaLnBrk="1" hangingPunct="1">
              <a:spcBef>
                <a:spcPct val="0"/>
              </a:spcBef>
              <a:buFontTx/>
              <a:buNone/>
            </a:pPr>
            <a:r>
              <a:rPr lang="en-US" altLang="en-US" sz="1800">
                <a:solidFill>
                  <a:srgbClr val="000000"/>
                </a:solidFill>
              </a:rPr>
              <a:t>-</a:t>
            </a:r>
            <a:r>
              <a:rPr lang="th-TH" altLang="en-US" sz="1800">
                <a:solidFill>
                  <a:srgbClr val="000000"/>
                </a:solidFill>
              </a:rPr>
              <a:t>แก้ไขข้อมูลทั้งใน </a:t>
            </a:r>
            <a:r>
              <a:rPr lang="en-US" altLang="en-US" sz="1800">
                <a:solidFill>
                  <a:srgbClr val="000000"/>
                </a:solidFill>
              </a:rPr>
              <a:t>Target </a:t>
            </a:r>
            <a:r>
              <a:rPr lang="th-TH" altLang="en-US" sz="1800">
                <a:solidFill>
                  <a:srgbClr val="000000"/>
                </a:solidFill>
              </a:rPr>
              <a:t>และ </a:t>
            </a:r>
            <a:r>
              <a:rPr lang="en-US" altLang="en-US" sz="1800">
                <a:solidFill>
                  <a:srgbClr val="000000"/>
                </a:solidFill>
              </a:rPr>
              <a:t>Referencing Relation </a:t>
            </a:r>
            <a:r>
              <a:rPr lang="th-TH" altLang="en-US" sz="1800">
                <a:solidFill>
                  <a:srgbClr val="000000"/>
                </a:solidFill>
              </a:rPr>
              <a:t>ที่มี </a:t>
            </a:r>
            <a:r>
              <a:rPr lang="en-US" altLang="en-US" sz="1800">
                <a:solidFill>
                  <a:srgbClr val="000000"/>
                </a:solidFill>
              </a:rPr>
              <a:t>foreign key </a:t>
            </a:r>
            <a:r>
              <a:rPr lang="th-TH" altLang="en-US" sz="1800">
                <a:solidFill>
                  <a:srgbClr val="000000"/>
                </a:solidFill>
              </a:rPr>
              <a:t>อ้างอิงอยู่ทั้งหมด</a:t>
            </a:r>
            <a:endParaRPr lang="en-US" altLang="en-US" sz="1800">
              <a:solidFill>
                <a:srgbClr val="000000"/>
              </a:solidFill>
            </a:endParaRPr>
          </a:p>
          <a:p>
            <a:pPr eaLnBrk="1" hangingPunct="1">
              <a:spcBef>
                <a:spcPct val="0"/>
              </a:spcBef>
              <a:buFontTx/>
              <a:buNone/>
            </a:pPr>
            <a:r>
              <a:rPr lang="en-US" altLang="en-US" sz="1800">
                <a:solidFill>
                  <a:srgbClr val="000000"/>
                </a:solidFill>
              </a:rPr>
              <a:t>-</a:t>
            </a:r>
            <a:r>
              <a:rPr lang="th-TH" altLang="en-US" sz="1800">
                <a:solidFill>
                  <a:srgbClr val="000000"/>
                </a:solidFill>
              </a:rPr>
              <a:t>ไม่ยอมให้มีการแก้ไขข้อมูลเกิดขึ้น</a:t>
            </a:r>
            <a:endParaRPr lang="en-US" altLang="en-US" sz="180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F3EE051-FE4A-F14E-FBBB-9BB709FE6262}"/>
              </a:ext>
            </a:extLst>
          </p:cNvPr>
          <p:cNvSpPr>
            <a:spLocks noGrp="1" noChangeArrowheads="1"/>
          </p:cNvSpPr>
          <p:nvPr>
            <p:ph type="title"/>
          </p:nvPr>
        </p:nvSpPr>
        <p:spPr/>
        <p:txBody>
          <a:bodyPr/>
          <a:lstStyle/>
          <a:p>
            <a:r>
              <a:rPr lang="en-US" altLang="en-US"/>
              <a:t>REFERENTIAL INTEGRITY OPTIONS</a:t>
            </a:r>
          </a:p>
        </p:txBody>
      </p:sp>
      <p:sp>
        <p:nvSpPr>
          <p:cNvPr id="46083" name="Rectangle 3">
            <a:extLst>
              <a:ext uri="{FF2B5EF4-FFF2-40B4-BE49-F238E27FC236}">
                <a16:creationId xmlns:a16="http://schemas.microsoft.com/office/drawing/2014/main" id="{21E6B17D-8329-5665-AE08-D61E52CD837E}"/>
              </a:ext>
            </a:extLst>
          </p:cNvPr>
          <p:cNvSpPr>
            <a:spLocks noGrp="1" noChangeArrowheads="1"/>
          </p:cNvSpPr>
          <p:nvPr>
            <p:ph type="body" idx="1"/>
          </p:nvPr>
        </p:nvSpPr>
        <p:spPr/>
        <p:txBody>
          <a:bodyPr>
            <a:normAutofit lnSpcReduction="10000"/>
          </a:bodyPr>
          <a:lstStyle/>
          <a:p>
            <a:pPr marL="342900" indent="-342900"/>
            <a:r>
              <a:rPr lang="en-US" altLang="en-US" sz="2100" dirty="0"/>
              <a:t>We can specify RESTRICT, CASCADE, SET NULL or SET DEFAULT on referential integrity constraints (foreign keys)</a:t>
            </a:r>
          </a:p>
          <a:p>
            <a:pPr marL="742950" lvl="1" indent="-285750">
              <a:buNone/>
            </a:pPr>
            <a:endParaRPr lang="en-US" altLang="en-US" b="1" dirty="0">
              <a:solidFill>
                <a:srgbClr val="990033"/>
              </a:solidFill>
              <a:latin typeface="Courier New" panose="02070309020205020404" pitchFamily="49" charset="0"/>
            </a:endParaRPr>
          </a:p>
          <a:p>
            <a:pPr marL="742950" lvl="1" indent="-285750">
              <a:buNone/>
            </a:pPr>
            <a:r>
              <a:rPr lang="en-US" altLang="en-US" b="1" dirty="0">
                <a:solidFill>
                  <a:srgbClr val="990033"/>
                </a:solidFill>
                <a:latin typeface="Courier New" panose="02070309020205020404" pitchFamily="49" charset="0"/>
              </a:rPr>
              <a:t>CREATE TABLE DEPT (</a:t>
            </a:r>
            <a:br>
              <a:rPr lang="en-US" altLang="en-US" b="1" dirty="0">
                <a:solidFill>
                  <a:srgbClr val="990033"/>
                </a:solidFill>
                <a:latin typeface="Courier New" panose="02070309020205020404" pitchFamily="49" charset="0"/>
              </a:rPr>
            </a:br>
            <a:r>
              <a:rPr lang="en-US" altLang="en-US" b="1" dirty="0">
                <a:solidFill>
                  <a:srgbClr val="990033"/>
                </a:solidFill>
                <a:latin typeface="Courier New" panose="02070309020205020404" pitchFamily="49" charset="0"/>
              </a:rPr>
              <a:t> DNAME			VARCHAR(10)	NOT NULL,</a:t>
            </a:r>
            <a:br>
              <a:rPr lang="en-US" altLang="en-US" b="1" dirty="0">
                <a:solidFill>
                  <a:srgbClr val="990033"/>
                </a:solidFill>
                <a:latin typeface="Courier New" panose="02070309020205020404" pitchFamily="49" charset="0"/>
              </a:rPr>
            </a:br>
            <a:r>
              <a:rPr lang="en-US" altLang="en-US" b="1" dirty="0">
                <a:solidFill>
                  <a:srgbClr val="990033"/>
                </a:solidFill>
                <a:latin typeface="Courier New" panose="02070309020205020404" pitchFamily="49" charset="0"/>
              </a:rPr>
              <a:t>	DNUMBER		INTEGER	NOT NULL,</a:t>
            </a:r>
            <a:br>
              <a:rPr lang="en-US" altLang="en-US" b="1" dirty="0">
                <a:solidFill>
                  <a:srgbClr val="990033"/>
                </a:solidFill>
                <a:latin typeface="Courier New" panose="02070309020205020404" pitchFamily="49" charset="0"/>
              </a:rPr>
            </a:br>
            <a:r>
              <a:rPr lang="en-US" altLang="en-US" b="1" dirty="0">
                <a:solidFill>
                  <a:srgbClr val="990033"/>
                </a:solidFill>
                <a:latin typeface="Courier New" panose="02070309020205020404" pitchFamily="49" charset="0"/>
              </a:rPr>
              <a:t>	</a:t>
            </a:r>
            <a:r>
              <a:rPr lang="en-US" altLang="en-US" b="1" dirty="0">
                <a:solidFill>
                  <a:srgbClr val="FF0000"/>
                </a:solidFill>
                <a:latin typeface="Courier New" panose="02070309020205020404" pitchFamily="49" charset="0"/>
              </a:rPr>
              <a:t>MGRSSN</a:t>
            </a:r>
            <a:r>
              <a:rPr lang="en-US" altLang="en-US" b="1" dirty="0">
                <a:solidFill>
                  <a:srgbClr val="990033"/>
                </a:solidFill>
                <a:latin typeface="Courier New" panose="02070309020205020404" pitchFamily="49" charset="0"/>
              </a:rPr>
              <a:t>		CHAR(9) DEFAULT </a:t>
            </a:r>
            <a:r>
              <a:rPr lang="en-US" altLang="zh-CN" dirty="0">
                <a:solidFill>
                  <a:srgbClr val="990033"/>
                </a:solidFill>
                <a:ea typeface="SimSun" panose="02010600030101010101" pitchFamily="2" charset="-122"/>
              </a:rPr>
              <a:t>'</a:t>
            </a:r>
            <a:r>
              <a:rPr lang="en-US" altLang="en-US" b="1" dirty="0">
                <a:solidFill>
                  <a:srgbClr val="990033"/>
                </a:solidFill>
                <a:latin typeface="Courier New" panose="02070309020205020404" pitchFamily="49" charset="0"/>
              </a:rPr>
              <a:t>888665555</a:t>
            </a:r>
            <a:r>
              <a:rPr lang="en-US" altLang="zh-CN" dirty="0">
                <a:solidFill>
                  <a:srgbClr val="990033"/>
                </a:solidFill>
                <a:ea typeface="SimSun" panose="02010600030101010101" pitchFamily="2" charset="-122"/>
              </a:rPr>
              <a:t>'</a:t>
            </a:r>
            <a:r>
              <a:rPr lang="en-US" altLang="en-US" b="1" dirty="0">
                <a:solidFill>
                  <a:srgbClr val="990033"/>
                </a:solidFill>
                <a:latin typeface="Courier New" panose="02070309020205020404" pitchFamily="49" charset="0"/>
              </a:rPr>
              <a:t>,</a:t>
            </a:r>
            <a:br>
              <a:rPr lang="en-US" altLang="en-US" b="1" dirty="0">
                <a:solidFill>
                  <a:srgbClr val="990033"/>
                </a:solidFill>
                <a:latin typeface="Courier New" panose="02070309020205020404" pitchFamily="49" charset="0"/>
              </a:rPr>
            </a:br>
            <a:r>
              <a:rPr lang="en-US" altLang="en-US" b="1" dirty="0">
                <a:solidFill>
                  <a:srgbClr val="990033"/>
                </a:solidFill>
                <a:latin typeface="Courier New" panose="02070309020205020404" pitchFamily="49" charset="0"/>
              </a:rPr>
              <a:t>	MGRSTARTDATE	CHAR(9),</a:t>
            </a:r>
            <a:br>
              <a:rPr lang="en-US" altLang="en-US" b="1" dirty="0">
                <a:solidFill>
                  <a:srgbClr val="990033"/>
                </a:solidFill>
                <a:latin typeface="Courier New" panose="02070309020205020404" pitchFamily="49" charset="0"/>
              </a:rPr>
            </a:br>
            <a:r>
              <a:rPr lang="en-US" altLang="en-US" b="1" dirty="0">
                <a:solidFill>
                  <a:srgbClr val="990033"/>
                </a:solidFill>
                <a:latin typeface="Courier New" panose="02070309020205020404" pitchFamily="49" charset="0"/>
              </a:rPr>
              <a:t>	PRIMARY KEY (DNUMBER),</a:t>
            </a:r>
            <a:br>
              <a:rPr lang="en-US" altLang="en-US" b="1" dirty="0">
                <a:solidFill>
                  <a:srgbClr val="990033"/>
                </a:solidFill>
                <a:latin typeface="Courier New" panose="02070309020205020404" pitchFamily="49" charset="0"/>
              </a:rPr>
            </a:br>
            <a:r>
              <a:rPr lang="en-US" altLang="en-US" b="1" dirty="0">
                <a:solidFill>
                  <a:srgbClr val="990033"/>
                </a:solidFill>
                <a:latin typeface="Courier New" panose="02070309020205020404" pitchFamily="49" charset="0"/>
              </a:rPr>
              <a:t>	UNIQUE (DNAME),</a:t>
            </a:r>
            <a:br>
              <a:rPr lang="en-US" altLang="en-US" b="1" dirty="0">
                <a:solidFill>
                  <a:srgbClr val="990033"/>
                </a:solidFill>
                <a:latin typeface="Courier New" panose="02070309020205020404" pitchFamily="49" charset="0"/>
              </a:rPr>
            </a:br>
            <a:r>
              <a:rPr lang="en-US" altLang="en-US" b="1" dirty="0">
                <a:solidFill>
                  <a:srgbClr val="990033"/>
                </a:solidFill>
                <a:latin typeface="Courier New" panose="02070309020205020404" pitchFamily="49" charset="0"/>
              </a:rPr>
              <a:t>	FOREIGN KEY (MGRSSN) REFERENCES EMPLOYEE(SSN)</a:t>
            </a:r>
            <a:br>
              <a:rPr lang="en-US" altLang="en-US" b="1" dirty="0">
                <a:solidFill>
                  <a:srgbClr val="990033"/>
                </a:solidFill>
                <a:latin typeface="Courier New" panose="02070309020205020404" pitchFamily="49" charset="0"/>
              </a:rPr>
            </a:br>
            <a:r>
              <a:rPr lang="en-US" altLang="en-US" b="1" dirty="0">
                <a:solidFill>
                  <a:srgbClr val="990033"/>
                </a:solidFill>
                <a:latin typeface="Courier New" panose="02070309020205020404" pitchFamily="49" charset="0"/>
              </a:rPr>
              <a:t>		ON DELETE SET DEFAULT </a:t>
            </a:r>
            <a:br>
              <a:rPr lang="en-US" altLang="en-US" b="1" dirty="0">
                <a:solidFill>
                  <a:srgbClr val="990033"/>
                </a:solidFill>
                <a:latin typeface="Courier New" panose="02070309020205020404" pitchFamily="49" charset="0"/>
              </a:rPr>
            </a:br>
            <a:r>
              <a:rPr lang="en-US" altLang="en-US" b="1" dirty="0">
                <a:solidFill>
                  <a:srgbClr val="990033"/>
                </a:solidFill>
                <a:latin typeface="Courier New" panose="02070309020205020404" pitchFamily="49" charset="0"/>
              </a:rPr>
              <a:t>		ON UPDATE CASCADE</a:t>
            </a:r>
          </a:p>
          <a:p>
            <a:pPr marL="742950" lvl="1" indent="-285750">
              <a:buNone/>
            </a:pPr>
            <a:r>
              <a:rPr lang="en-US" altLang="en-US" b="1" dirty="0">
                <a:solidFill>
                  <a:srgbClr val="990033"/>
                </a:solidFill>
                <a:latin typeface="Courier New" panose="02070309020205020404" pitchFamily="49" charset="0"/>
              </a:rPr>
              <a:t>);</a:t>
            </a:r>
          </a:p>
        </p:txBody>
      </p:sp>
      <p:sp>
        <p:nvSpPr>
          <p:cNvPr id="46084" name="AutoShape 4">
            <a:extLst>
              <a:ext uri="{FF2B5EF4-FFF2-40B4-BE49-F238E27FC236}">
                <a16:creationId xmlns:a16="http://schemas.microsoft.com/office/drawing/2014/main" id="{07BD9956-BFAD-1FE7-50D7-2D3B636B7EBA}"/>
              </a:ext>
            </a:extLst>
          </p:cNvPr>
          <p:cNvSpPr>
            <a:spLocks/>
          </p:cNvSpPr>
          <p:nvPr/>
        </p:nvSpPr>
        <p:spPr bwMode="auto">
          <a:xfrm rot="10800000">
            <a:off x="6917997" y="5234710"/>
            <a:ext cx="596900" cy="462905"/>
          </a:xfrm>
          <a:prstGeom prst="leftBrace">
            <a:avLst>
              <a:gd name="adj1" fmla="val 44681"/>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488" tIns="44450" rIns="90488" bIns="44450" anchor="ctr">
            <a:spAutoFit/>
          </a:bodyPr>
          <a:lstStyle>
            <a:lvl1pPr>
              <a:spcBef>
                <a:spcPct val="10000"/>
              </a:spcBef>
              <a:spcAft>
                <a:spcPts val="400"/>
              </a:spcAft>
              <a:buClr>
                <a:srgbClr val="0C7B9C"/>
              </a:buClr>
              <a:buSzPct val="75000"/>
              <a:buFont typeface="Monotype Sorts" pitchFamily="2" charset="2"/>
              <a:buChar char="l"/>
              <a:defRPr sz="24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50000"/>
              </a:spcBef>
              <a:buSzPct val="70000"/>
              <a:buFont typeface="Wingdings" panose="05000000000000000000" pitchFamily="2" charset="2"/>
              <a:buNone/>
            </a:pPr>
            <a:endParaRPr lang="en-US" altLang="en-US" sz="2000"/>
          </a:p>
        </p:txBody>
      </p:sp>
      <p:sp>
        <p:nvSpPr>
          <p:cNvPr id="46085" name="Text Box 5">
            <a:extLst>
              <a:ext uri="{FF2B5EF4-FFF2-40B4-BE49-F238E27FC236}">
                <a16:creationId xmlns:a16="http://schemas.microsoft.com/office/drawing/2014/main" id="{AEDA4B9D-0A53-6DEF-518B-3EF970EBA478}"/>
              </a:ext>
            </a:extLst>
          </p:cNvPr>
          <p:cNvSpPr txBox="1">
            <a:spLocks noChangeArrowheads="1"/>
          </p:cNvSpPr>
          <p:nvPr/>
        </p:nvSpPr>
        <p:spPr bwMode="auto">
          <a:xfrm>
            <a:off x="7514897" y="5116723"/>
            <a:ext cx="3664380" cy="910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488" tIns="44450" rIns="90488" bIns="44450">
            <a:spAutoFit/>
          </a:bodyPr>
          <a:lstStyle>
            <a:lvl1pPr>
              <a:spcBef>
                <a:spcPct val="10000"/>
              </a:spcBef>
              <a:spcAft>
                <a:spcPts val="400"/>
              </a:spcAft>
              <a:buClr>
                <a:srgbClr val="0C7B9C"/>
              </a:buClr>
              <a:buSzPct val="75000"/>
              <a:buFont typeface="Monotype Sorts" pitchFamily="2" charset="2"/>
              <a:buChar char="l"/>
              <a:defRPr sz="24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buSzPct val="70000"/>
              <a:buFont typeface="Wingdings" panose="05000000000000000000" pitchFamily="2" charset="2"/>
              <a:buNone/>
            </a:pPr>
            <a:r>
              <a:rPr lang="en-US" altLang="en-US" sz="2000" dirty="0"/>
              <a:t>Specifies the corrective action </a:t>
            </a:r>
          </a:p>
          <a:p>
            <a:pPr>
              <a:spcBef>
                <a:spcPct val="50000"/>
              </a:spcBef>
              <a:buSzPct val="70000"/>
              <a:buFont typeface="Wingdings" panose="05000000000000000000" pitchFamily="2" charset="2"/>
              <a:buNone/>
            </a:pPr>
            <a:r>
              <a:rPr lang="en-US" altLang="en-US" sz="2000" dirty="0"/>
              <a:t>upon constraint violation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5">
            <a:extLst>
              <a:ext uri="{FF2B5EF4-FFF2-40B4-BE49-F238E27FC236}">
                <a16:creationId xmlns:a16="http://schemas.microsoft.com/office/drawing/2014/main" id="{04EB9608-ECDC-3702-3E75-4FB935AC1B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3424238"/>
            <a:ext cx="3276600" cy="213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1" name="Picture 2">
            <a:extLst>
              <a:ext uri="{FF2B5EF4-FFF2-40B4-BE49-F238E27FC236}">
                <a16:creationId xmlns:a16="http://schemas.microsoft.com/office/drawing/2014/main" id="{2CB975BF-EA9F-9FAA-5D41-968B98DF84AD}"/>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3124200" y="2819400"/>
            <a:ext cx="1828800" cy="1924050"/>
          </a:xfrm>
        </p:spPr>
      </p:pic>
      <p:sp>
        <p:nvSpPr>
          <p:cNvPr id="48132" name="TextBox 4">
            <a:extLst>
              <a:ext uri="{FF2B5EF4-FFF2-40B4-BE49-F238E27FC236}">
                <a16:creationId xmlns:a16="http://schemas.microsoft.com/office/drawing/2014/main" id="{27D0F616-B9A9-85DF-4C31-4943661322DE}"/>
              </a:ext>
            </a:extLst>
          </p:cNvPr>
          <p:cNvSpPr txBox="1">
            <a:spLocks noChangeArrowheads="1"/>
          </p:cNvSpPr>
          <p:nvPr/>
        </p:nvSpPr>
        <p:spPr bwMode="auto">
          <a:xfrm>
            <a:off x="2921134" y="2362200"/>
            <a:ext cx="15808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4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50000"/>
              </a:spcBef>
              <a:buSzPct val="70000"/>
              <a:buFont typeface="Wingdings" panose="05000000000000000000" pitchFamily="2" charset="2"/>
              <a:buNone/>
            </a:pPr>
            <a:r>
              <a:rPr lang="en-US" altLang="en-US" sz="2000" b="1"/>
              <a:t>department</a:t>
            </a:r>
          </a:p>
        </p:txBody>
      </p:sp>
      <p:cxnSp>
        <p:nvCxnSpPr>
          <p:cNvPr id="11" name="ลูกศรเชื่อมต่อแบบตรง 10">
            <a:extLst>
              <a:ext uri="{FF2B5EF4-FFF2-40B4-BE49-F238E27FC236}">
                <a16:creationId xmlns:a16="http://schemas.microsoft.com/office/drawing/2014/main" id="{EBF578C9-A5B6-674B-BD8F-4F37E3B8BB15}"/>
              </a:ext>
            </a:extLst>
          </p:cNvPr>
          <p:cNvCxnSpPr/>
          <p:nvPr/>
        </p:nvCxnSpPr>
        <p:spPr>
          <a:xfrm>
            <a:off x="5867400" y="4114800"/>
            <a:ext cx="17526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ลูกศรเชื่อมต่อแบบตรง 12">
            <a:extLst>
              <a:ext uri="{FF2B5EF4-FFF2-40B4-BE49-F238E27FC236}">
                <a16:creationId xmlns:a16="http://schemas.microsoft.com/office/drawing/2014/main" id="{99B60D95-FACA-A782-1DD3-B72DB1E18D7A}"/>
              </a:ext>
            </a:extLst>
          </p:cNvPr>
          <p:cNvCxnSpPr/>
          <p:nvPr/>
        </p:nvCxnSpPr>
        <p:spPr>
          <a:xfrm rot="10800000">
            <a:off x="5181600" y="3810000"/>
            <a:ext cx="24384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8135" name="TextBox 15">
            <a:extLst>
              <a:ext uri="{FF2B5EF4-FFF2-40B4-BE49-F238E27FC236}">
                <a16:creationId xmlns:a16="http://schemas.microsoft.com/office/drawing/2014/main" id="{5A17F071-1FDC-07E0-713B-6A131F1CB81A}"/>
              </a:ext>
            </a:extLst>
          </p:cNvPr>
          <p:cNvSpPr txBox="1">
            <a:spLocks noChangeArrowheads="1"/>
          </p:cNvSpPr>
          <p:nvPr/>
        </p:nvSpPr>
        <p:spPr bwMode="auto">
          <a:xfrm>
            <a:off x="7841932" y="2667000"/>
            <a:ext cx="15103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4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50000"/>
              </a:spcBef>
              <a:buSzPct val="70000"/>
              <a:buFont typeface="Wingdings" panose="05000000000000000000" pitchFamily="2" charset="2"/>
              <a:buNone/>
            </a:pPr>
            <a:r>
              <a:rPr lang="en-US" altLang="en-US" sz="2000" b="1"/>
              <a:t>employees</a:t>
            </a:r>
          </a:p>
        </p:txBody>
      </p:sp>
      <p:sp>
        <p:nvSpPr>
          <p:cNvPr id="17" name="สี่เหลี่ยมผืนผ้า 16">
            <a:extLst>
              <a:ext uri="{FF2B5EF4-FFF2-40B4-BE49-F238E27FC236}">
                <a16:creationId xmlns:a16="http://schemas.microsoft.com/office/drawing/2014/main" id="{B80A080D-B9FE-BD5E-5B05-098E1B228BD8}"/>
              </a:ext>
            </a:extLst>
          </p:cNvPr>
          <p:cNvSpPr/>
          <p:nvPr/>
        </p:nvSpPr>
        <p:spPr>
          <a:xfrm>
            <a:off x="8991600" y="3276600"/>
            <a:ext cx="990600" cy="2438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spcAft>
                <a:spcPts val="400"/>
              </a:spcAft>
              <a:buClr>
                <a:srgbClr val="0C7B9C"/>
              </a:buClr>
              <a:buSzPct val="70000"/>
              <a:defRPr/>
            </a:pPr>
            <a:endParaRPr lang="en-US"/>
          </a:p>
        </p:txBody>
      </p:sp>
      <p:sp>
        <p:nvSpPr>
          <p:cNvPr id="48137" name="TextBox 17">
            <a:extLst>
              <a:ext uri="{FF2B5EF4-FFF2-40B4-BE49-F238E27FC236}">
                <a16:creationId xmlns:a16="http://schemas.microsoft.com/office/drawing/2014/main" id="{442429F2-B3B7-AC9B-0318-146CF6D9DAA6}"/>
              </a:ext>
            </a:extLst>
          </p:cNvPr>
          <p:cNvSpPr txBox="1">
            <a:spLocks noChangeArrowheads="1"/>
          </p:cNvSpPr>
          <p:nvPr/>
        </p:nvSpPr>
        <p:spPr bwMode="auto">
          <a:xfrm>
            <a:off x="8839200" y="5862638"/>
            <a:ext cx="1295400" cy="91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4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50000"/>
              </a:spcBef>
              <a:buSzPct val="70000"/>
              <a:buFont typeface="Wingdings" panose="05000000000000000000" pitchFamily="2" charset="2"/>
              <a:buNone/>
            </a:pPr>
            <a:r>
              <a:rPr lang="en-US" altLang="en-US" sz="2000" b="1"/>
              <a:t>Foreign </a:t>
            </a:r>
            <a:endParaRPr lang="en-US" altLang="en-US" sz="2000"/>
          </a:p>
          <a:p>
            <a:pPr algn="ctr">
              <a:spcBef>
                <a:spcPct val="50000"/>
              </a:spcBef>
              <a:buSzPct val="70000"/>
              <a:buFont typeface="Wingdings" panose="05000000000000000000" pitchFamily="2" charset="2"/>
              <a:buNone/>
            </a:pPr>
            <a:endParaRPr lang="en-US" altLang="en-US" sz="2000"/>
          </a:p>
        </p:txBody>
      </p:sp>
      <p:sp>
        <p:nvSpPr>
          <p:cNvPr id="44042" name="TextBox 2">
            <a:extLst>
              <a:ext uri="{FF2B5EF4-FFF2-40B4-BE49-F238E27FC236}">
                <a16:creationId xmlns:a16="http://schemas.microsoft.com/office/drawing/2014/main" id="{3ED4E16A-E9FD-0CC3-A7CC-4BAE2CF93808}"/>
              </a:ext>
            </a:extLst>
          </p:cNvPr>
          <p:cNvSpPr txBox="1">
            <a:spLocks noChangeArrowheads="1"/>
          </p:cNvSpPr>
          <p:nvPr/>
        </p:nvSpPr>
        <p:spPr bwMode="auto">
          <a:xfrm>
            <a:off x="2286000" y="76200"/>
            <a:ext cx="6629400" cy="738188"/>
          </a:xfrm>
          <a:prstGeom prst="rect">
            <a:avLst/>
          </a:prstGeom>
          <a:noFill/>
          <a:ln>
            <a:noFill/>
          </a:ln>
        </p:spPr>
        <p:txBody>
          <a:bodyPr>
            <a:spAutoFit/>
          </a:bodyPr>
          <a:lstStyle>
            <a:lvl1pPr>
              <a:spcBef>
                <a:spcPct val="10000"/>
              </a:spcBef>
              <a:spcAft>
                <a:spcPts val="400"/>
              </a:spcAft>
              <a:buClr>
                <a:srgbClr val="0C7B9C"/>
              </a:buClr>
              <a:buSzPct val="75000"/>
              <a:buFont typeface="Monotype Sorts" pitchFamily="2" charset="2"/>
              <a:buChar char="l"/>
              <a:defRPr sz="24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buSzPct val="70000"/>
              <a:buFont typeface="Wingdings" panose="05000000000000000000" pitchFamily="2" charset="2"/>
              <a:buNone/>
              <a:defRPr/>
            </a:pPr>
            <a:r>
              <a:rPr lang="en-US" altLang="en-US" sz="1400" b="1" dirty="0">
                <a:highlight>
                  <a:srgbClr val="FFFF00"/>
                </a:highlight>
              </a:rPr>
              <a:t>NO ACTION:</a:t>
            </a:r>
            <a:r>
              <a:rPr lang="en-US" altLang="en-US" sz="1400" dirty="0">
                <a:highlight>
                  <a:srgbClr val="FFFF00"/>
                </a:highlight>
              </a:rPr>
              <a:t> </a:t>
            </a:r>
            <a:r>
              <a:rPr lang="en-US" altLang="en-US" sz="1400" dirty="0"/>
              <a:t>This is the default action that MySQL performs. This specifies that if an update or deletes statement affects rows in foreign key tables, then the action will be denied and rolled back. An error message will be raised.</a:t>
            </a:r>
          </a:p>
        </p:txBody>
      </p:sp>
      <p:pic>
        <p:nvPicPr>
          <p:cNvPr id="48139" name="Picture 2">
            <a:extLst>
              <a:ext uri="{FF2B5EF4-FFF2-40B4-BE49-F238E27FC236}">
                <a16:creationId xmlns:a16="http://schemas.microsoft.com/office/drawing/2014/main" id="{6F9C417C-EAA0-D6AF-8491-13AEDB6B20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1089" y="965201"/>
            <a:ext cx="4314825"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tar: 5 Points 2">
            <a:extLst>
              <a:ext uri="{FF2B5EF4-FFF2-40B4-BE49-F238E27FC236}">
                <a16:creationId xmlns:a16="http://schemas.microsoft.com/office/drawing/2014/main" id="{D6397786-3529-C42D-2E21-4AD84437927B}"/>
              </a:ext>
            </a:extLst>
          </p:cNvPr>
          <p:cNvSpPr/>
          <p:nvPr/>
        </p:nvSpPr>
        <p:spPr>
          <a:xfrm>
            <a:off x="737420" y="194776"/>
            <a:ext cx="1101213" cy="106188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สี่เหลี่ยมผืนผ้า 3">
            <a:extLst>
              <a:ext uri="{FF2B5EF4-FFF2-40B4-BE49-F238E27FC236}">
                <a16:creationId xmlns:a16="http://schemas.microsoft.com/office/drawing/2014/main" id="{78B4F101-3A8B-80D9-C362-56E28F3BDAAF}"/>
              </a:ext>
            </a:extLst>
          </p:cNvPr>
          <p:cNvSpPr>
            <a:spLocks noChangeArrowheads="1"/>
          </p:cNvSpPr>
          <p:nvPr/>
        </p:nvSpPr>
        <p:spPr bwMode="auto">
          <a:xfrm>
            <a:off x="2590800" y="163513"/>
            <a:ext cx="7543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rgbClr val="FF0000"/>
                </a:solidFill>
              </a:rPr>
              <a:t>Example: </a:t>
            </a:r>
            <a:r>
              <a:rPr lang="th-TH" altLang="en-US" sz="2000" b="1">
                <a:solidFill>
                  <a:srgbClr val="FF0000"/>
                </a:solidFill>
              </a:rPr>
              <a:t> </a:t>
            </a:r>
            <a:r>
              <a:rPr lang="en-US" altLang="en-US" sz="2000" b="1">
                <a:solidFill>
                  <a:srgbClr val="FF0000"/>
                </a:solidFill>
              </a:rPr>
              <a:t>NO ACTION Referential Integrity Constraints in MySQL</a:t>
            </a:r>
            <a:endParaRPr lang="en-US" altLang="en-US" sz="2000">
              <a:solidFill>
                <a:srgbClr val="FF0000"/>
              </a:solidFill>
            </a:endParaRPr>
          </a:p>
        </p:txBody>
      </p:sp>
      <p:sp>
        <p:nvSpPr>
          <p:cNvPr id="50179" name="สี่เหลี่ยมผืนผ้า 4">
            <a:extLst>
              <a:ext uri="{FF2B5EF4-FFF2-40B4-BE49-F238E27FC236}">
                <a16:creationId xmlns:a16="http://schemas.microsoft.com/office/drawing/2014/main" id="{54631F9F-E6A8-880B-FD32-459D0AB13335}"/>
              </a:ext>
            </a:extLst>
          </p:cNvPr>
          <p:cNvSpPr>
            <a:spLocks noChangeArrowheads="1"/>
          </p:cNvSpPr>
          <p:nvPr/>
        </p:nvSpPr>
        <p:spPr bwMode="auto">
          <a:xfrm>
            <a:off x="1905000" y="685800"/>
            <a:ext cx="8077200" cy="2032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dirty="0">
                <a:solidFill>
                  <a:srgbClr val="0070C0"/>
                </a:solidFill>
              </a:rPr>
              <a:t>CREATE TABLE </a:t>
            </a:r>
            <a:r>
              <a:rPr lang="en-US" altLang="en-US" sz="1800" b="1" dirty="0">
                <a:solidFill>
                  <a:srgbClr val="000000"/>
                </a:solidFill>
              </a:rPr>
              <a:t>Department(     Id   </a:t>
            </a:r>
            <a:r>
              <a:rPr lang="en-US" altLang="en-US" sz="1800" b="1" dirty="0">
                <a:solidFill>
                  <a:srgbClr val="0070C0"/>
                </a:solidFill>
              </a:rPr>
              <a:t>INT PRIMARY KEY</a:t>
            </a:r>
            <a:r>
              <a:rPr lang="en-US" altLang="en-US" sz="1800" dirty="0">
                <a:solidFill>
                  <a:srgbClr val="000000"/>
                </a:solidFill>
              </a:rPr>
              <a:t>,     </a:t>
            </a:r>
            <a:r>
              <a:rPr lang="en-US" altLang="en-US" sz="1800" b="1" dirty="0">
                <a:solidFill>
                  <a:srgbClr val="0070C0"/>
                </a:solidFill>
              </a:rPr>
              <a:t>Name NVARCHAR(50) </a:t>
            </a:r>
            <a:r>
              <a:rPr lang="en-US" altLang="en-US" sz="1800" b="1" dirty="0">
                <a:solidFill>
                  <a:srgbClr val="000000"/>
                </a:solidFill>
              </a:rPr>
              <a:t>)</a:t>
            </a:r>
            <a:r>
              <a:rPr lang="en-US" altLang="en-US" sz="1800" dirty="0">
                <a:solidFill>
                  <a:srgbClr val="000000"/>
                </a:solidFill>
              </a:rPr>
              <a:t> ENGINE=INNODB</a:t>
            </a:r>
            <a:r>
              <a:rPr lang="en-US" altLang="en-US" sz="1800" b="1" dirty="0">
                <a:solidFill>
                  <a:srgbClr val="000000"/>
                </a:solidFill>
              </a:rPr>
              <a:t>;</a:t>
            </a:r>
            <a:endParaRPr lang="th-TH" altLang="en-US" sz="1800" b="1" dirty="0">
              <a:solidFill>
                <a:srgbClr val="000000"/>
              </a:solidFill>
            </a:endParaRPr>
          </a:p>
          <a:p>
            <a:pPr eaLnBrk="1" hangingPunct="1">
              <a:spcBef>
                <a:spcPct val="0"/>
              </a:spcBef>
              <a:buFontTx/>
              <a:buNone/>
            </a:pPr>
            <a:r>
              <a:rPr lang="en-US" altLang="en-US" sz="1800" dirty="0">
                <a:solidFill>
                  <a:srgbClr val="000000"/>
                </a:solidFill>
              </a:rPr>
              <a:t>-- Insert some test data in Department Table</a:t>
            </a:r>
            <a:endParaRPr lang="th-TH" altLang="en-US" sz="1800" dirty="0">
              <a:solidFill>
                <a:srgbClr val="000000"/>
              </a:solidFill>
            </a:endParaRPr>
          </a:p>
          <a:p>
            <a:pPr eaLnBrk="1" hangingPunct="1">
              <a:spcBef>
                <a:spcPct val="0"/>
              </a:spcBef>
              <a:buFontTx/>
              <a:buNone/>
            </a:pPr>
            <a:r>
              <a:rPr lang="en-US" altLang="en-US" sz="1800" b="1" dirty="0">
                <a:solidFill>
                  <a:srgbClr val="0070C0"/>
                </a:solidFill>
              </a:rPr>
              <a:t>Insert </a:t>
            </a:r>
            <a:r>
              <a:rPr lang="th-TH" altLang="en-US" sz="1800" b="1" dirty="0">
                <a:solidFill>
                  <a:srgbClr val="0070C0"/>
                </a:solidFill>
              </a:rPr>
              <a:t>  </a:t>
            </a:r>
            <a:r>
              <a:rPr lang="en-US" altLang="en-US" sz="1800" b="1" dirty="0">
                <a:solidFill>
                  <a:srgbClr val="0070C0"/>
                </a:solidFill>
              </a:rPr>
              <a:t>into </a:t>
            </a:r>
            <a:r>
              <a:rPr lang="th-TH" altLang="en-US" sz="1800" b="1" dirty="0">
                <a:solidFill>
                  <a:srgbClr val="0070C0"/>
                </a:solidFill>
              </a:rPr>
              <a:t> </a:t>
            </a:r>
            <a:r>
              <a:rPr lang="en-US" altLang="en-US" sz="1800" b="1" dirty="0">
                <a:solidFill>
                  <a:srgbClr val="000000"/>
                </a:solidFill>
              </a:rPr>
              <a:t>Department values (10, 'IT');</a:t>
            </a:r>
            <a:endParaRPr lang="th-TH" altLang="en-US" sz="1800" b="1" dirty="0">
              <a:solidFill>
                <a:srgbClr val="000000"/>
              </a:solidFill>
            </a:endParaRPr>
          </a:p>
          <a:p>
            <a:pPr eaLnBrk="1" hangingPunct="1">
              <a:spcBef>
                <a:spcPct val="0"/>
              </a:spcBef>
              <a:buFontTx/>
              <a:buNone/>
            </a:pPr>
            <a:r>
              <a:rPr lang="en-US" altLang="en-US" sz="1800" b="1" dirty="0">
                <a:solidFill>
                  <a:srgbClr val="0070C0"/>
                </a:solidFill>
              </a:rPr>
              <a:t>Insert </a:t>
            </a:r>
            <a:r>
              <a:rPr lang="th-TH" altLang="en-US" sz="1800" b="1" dirty="0">
                <a:solidFill>
                  <a:srgbClr val="0070C0"/>
                </a:solidFill>
              </a:rPr>
              <a:t>  </a:t>
            </a:r>
            <a:r>
              <a:rPr lang="en-US" altLang="en-US" sz="1800" b="1" dirty="0">
                <a:solidFill>
                  <a:srgbClr val="0070C0"/>
                </a:solidFill>
              </a:rPr>
              <a:t>into </a:t>
            </a:r>
            <a:r>
              <a:rPr lang="th-TH" altLang="en-US" sz="1800" b="1" dirty="0">
                <a:solidFill>
                  <a:srgbClr val="0070C0"/>
                </a:solidFill>
              </a:rPr>
              <a:t> </a:t>
            </a:r>
            <a:r>
              <a:rPr lang="en-US" altLang="en-US" sz="1800" b="1" dirty="0">
                <a:solidFill>
                  <a:srgbClr val="000000"/>
                </a:solidFill>
              </a:rPr>
              <a:t>Department values (20, 'HR');</a:t>
            </a:r>
            <a:endParaRPr lang="th-TH" altLang="en-US" sz="1800" b="1" dirty="0">
              <a:solidFill>
                <a:srgbClr val="000000"/>
              </a:solidFill>
            </a:endParaRPr>
          </a:p>
          <a:p>
            <a:pPr eaLnBrk="1" hangingPunct="1">
              <a:spcBef>
                <a:spcPct val="0"/>
              </a:spcBef>
              <a:buFontTx/>
              <a:buNone/>
            </a:pPr>
            <a:r>
              <a:rPr lang="en-US" altLang="en-US" sz="1800" b="1" dirty="0">
                <a:solidFill>
                  <a:srgbClr val="0070C0"/>
                </a:solidFill>
              </a:rPr>
              <a:t>Insert </a:t>
            </a:r>
            <a:r>
              <a:rPr lang="th-TH" altLang="en-US" sz="1800" b="1" dirty="0">
                <a:solidFill>
                  <a:srgbClr val="0070C0"/>
                </a:solidFill>
              </a:rPr>
              <a:t>  </a:t>
            </a:r>
            <a:r>
              <a:rPr lang="en-US" altLang="en-US" sz="1800" b="1" dirty="0">
                <a:solidFill>
                  <a:srgbClr val="0070C0"/>
                </a:solidFill>
              </a:rPr>
              <a:t>into </a:t>
            </a:r>
            <a:r>
              <a:rPr lang="th-TH" altLang="en-US" sz="1800" b="1" dirty="0">
                <a:solidFill>
                  <a:srgbClr val="0070C0"/>
                </a:solidFill>
              </a:rPr>
              <a:t> </a:t>
            </a:r>
            <a:r>
              <a:rPr lang="en-US" altLang="en-US" sz="1800" b="1" dirty="0">
                <a:solidFill>
                  <a:srgbClr val="000000"/>
                </a:solidFill>
              </a:rPr>
              <a:t>Department values (30, 'INFRA');</a:t>
            </a:r>
            <a:endParaRPr lang="th-TH" altLang="en-US" sz="1800" b="1" dirty="0">
              <a:solidFill>
                <a:srgbClr val="000000"/>
              </a:solidFill>
            </a:endParaRPr>
          </a:p>
          <a:p>
            <a:pPr eaLnBrk="1" hangingPunct="1">
              <a:spcBef>
                <a:spcPct val="0"/>
              </a:spcBef>
              <a:buFontTx/>
              <a:buNone/>
            </a:pPr>
            <a:endParaRPr lang="en-US" altLang="en-US" sz="1800" dirty="0">
              <a:solidFill>
                <a:srgbClr val="000000"/>
              </a:solidFill>
            </a:endParaRPr>
          </a:p>
        </p:txBody>
      </p:sp>
      <p:sp>
        <p:nvSpPr>
          <p:cNvPr id="6" name="TextBox 5">
            <a:extLst>
              <a:ext uri="{FF2B5EF4-FFF2-40B4-BE49-F238E27FC236}">
                <a16:creationId xmlns:a16="http://schemas.microsoft.com/office/drawing/2014/main" id="{0B9BEAD4-1989-24E7-6AEA-550D67722E50}"/>
              </a:ext>
            </a:extLst>
          </p:cNvPr>
          <p:cNvSpPr txBox="1"/>
          <p:nvPr/>
        </p:nvSpPr>
        <p:spPr>
          <a:xfrm>
            <a:off x="1905000" y="2590800"/>
            <a:ext cx="8153400" cy="3970338"/>
          </a:xfrm>
          <a:prstGeom prst="rect">
            <a:avLst/>
          </a:prstGeom>
          <a:solidFill>
            <a:schemeClr val="accent1">
              <a:lumMod val="20000"/>
              <a:lumOff val="80000"/>
            </a:schemeClr>
          </a:solidFill>
        </p:spPr>
        <p:txBody>
          <a:bodyPr>
            <a:spAutoFit/>
          </a:bodyPr>
          <a:lstStyle/>
          <a:p>
            <a:pPr>
              <a:defRPr/>
            </a:pPr>
            <a:r>
              <a:rPr lang="en-US" b="1" dirty="0">
                <a:solidFill>
                  <a:prstClr val="black"/>
                </a:solidFill>
                <a:latin typeface="Calibri"/>
              </a:rPr>
              <a:t>CREATE</a:t>
            </a:r>
            <a:r>
              <a:rPr lang="en-US" dirty="0">
                <a:solidFill>
                  <a:prstClr val="black"/>
                </a:solidFill>
                <a:latin typeface="Calibri"/>
              </a:rPr>
              <a:t> </a:t>
            </a:r>
            <a:r>
              <a:rPr lang="en-US" b="1" dirty="0">
                <a:solidFill>
                  <a:prstClr val="black"/>
                </a:solidFill>
                <a:latin typeface="Calibri"/>
              </a:rPr>
              <a:t>TABLE</a:t>
            </a:r>
            <a:r>
              <a:rPr lang="en-US" dirty="0">
                <a:solidFill>
                  <a:prstClr val="black"/>
                </a:solidFill>
                <a:latin typeface="Calibri"/>
              </a:rPr>
              <a:t> Employees(</a:t>
            </a:r>
          </a:p>
          <a:p>
            <a:pPr>
              <a:defRPr/>
            </a:pPr>
            <a:r>
              <a:rPr lang="th-TH" dirty="0">
                <a:solidFill>
                  <a:prstClr val="black"/>
                </a:solidFill>
                <a:latin typeface="Calibri"/>
              </a:rPr>
              <a:t>        </a:t>
            </a:r>
            <a:r>
              <a:rPr lang="en-US" dirty="0">
                <a:solidFill>
                  <a:prstClr val="black"/>
                </a:solidFill>
                <a:latin typeface="Calibri"/>
              </a:rPr>
              <a:t>Id </a:t>
            </a:r>
            <a:r>
              <a:rPr lang="en-US" b="1" dirty="0">
                <a:solidFill>
                  <a:prstClr val="black"/>
                </a:solidFill>
                <a:latin typeface="Calibri"/>
              </a:rPr>
              <a:t>INT</a:t>
            </a:r>
            <a:r>
              <a:rPr lang="en-US" dirty="0">
                <a:solidFill>
                  <a:prstClr val="black"/>
                </a:solidFill>
                <a:latin typeface="Calibri"/>
              </a:rPr>
              <a:t> </a:t>
            </a:r>
            <a:r>
              <a:rPr lang="en-US" b="1" dirty="0">
                <a:solidFill>
                  <a:prstClr val="black"/>
                </a:solidFill>
                <a:latin typeface="Calibri"/>
              </a:rPr>
              <a:t>PRIMARY KEY</a:t>
            </a:r>
            <a:r>
              <a:rPr lang="en-US" dirty="0">
                <a:solidFill>
                  <a:prstClr val="black"/>
                </a:solidFill>
                <a:latin typeface="Calibri"/>
              </a:rPr>
              <a:t>,</a:t>
            </a:r>
          </a:p>
          <a:p>
            <a:pPr>
              <a:defRPr/>
            </a:pPr>
            <a:r>
              <a:rPr lang="th-TH" dirty="0">
                <a:solidFill>
                  <a:prstClr val="black"/>
                </a:solidFill>
                <a:latin typeface="Calibri"/>
              </a:rPr>
              <a:t>        </a:t>
            </a:r>
            <a:r>
              <a:rPr lang="en-US" dirty="0">
                <a:solidFill>
                  <a:prstClr val="black"/>
                </a:solidFill>
                <a:latin typeface="Calibri"/>
              </a:rPr>
              <a:t>Name </a:t>
            </a:r>
            <a:r>
              <a:rPr lang="en-US" b="1" dirty="0">
                <a:solidFill>
                  <a:prstClr val="black"/>
                </a:solidFill>
                <a:latin typeface="Calibri"/>
              </a:rPr>
              <a:t>VARCHAR</a:t>
            </a:r>
            <a:r>
              <a:rPr lang="en-US" dirty="0">
                <a:solidFill>
                  <a:prstClr val="black"/>
                </a:solidFill>
                <a:latin typeface="Calibri"/>
              </a:rPr>
              <a:t>(100) </a:t>
            </a:r>
            <a:r>
              <a:rPr lang="en-US" b="1" dirty="0">
                <a:solidFill>
                  <a:prstClr val="black"/>
                </a:solidFill>
                <a:latin typeface="Calibri"/>
              </a:rPr>
              <a:t>NOT NULL</a:t>
            </a:r>
            <a:r>
              <a:rPr lang="en-US" dirty="0">
                <a:solidFill>
                  <a:prstClr val="black"/>
                </a:solidFill>
                <a:latin typeface="Calibri"/>
              </a:rPr>
              <a:t>,</a:t>
            </a:r>
          </a:p>
          <a:p>
            <a:pPr>
              <a:defRPr/>
            </a:pPr>
            <a:r>
              <a:rPr lang="th-TH" dirty="0">
                <a:solidFill>
                  <a:prstClr val="black"/>
                </a:solidFill>
                <a:latin typeface="Calibri"/>
              </a:rPr>
              <a:t>       </a:t>
            </a:r>
            <a:r>
              <a:rPr lang="en-US" dirty="0" err="1">
                <a:solidFill>
                  <a:prstClr val="black"/>
                </a:solidFill>
                <a:latin typeface="Calibri"/>
              </a:rPr>
              <a:t>DepartmentID</a:t>
            </a:r>
            <a:r>
              <a:rPr lang="en-US" dirty="0">
                <a:solidFill>
                  <a:prstClr val="black"/>
                </a:solidFill>
                <a:latin typeface="Calibri"/>
              </a:rPr>
              <a:t> </a:t>
            </a:r>
            <a:r>
              <a:rPr lang="en-US" b="1" dirty="0">
                <a:solidFill>
                  <a:prstClr val="black"/>
                </a:solidFill>
                <a:latin typeface="Calibri"/>
              </a:rPr>
              <a:t>INT</a:t>
            </a:r>
            <a:r>
              <a:rPr lang="en-US" dirty="0">
                <a:solidFill>
                  <a:prstClr val="black"/>
                </a:solidFill>
                <a:latin typeface="Calibri"/>
              </a:rPr>
              <a:t>,</a:t>
            </a:r>
          </a:p>
          <a:p>
            <a:pPr>
              <a:defRPr/>
            </a:pPr>
            <a:r>
              <a:rPr lang="th-TH" b="1" dirty="0">
                <a:solidFill>
                  <a:prstClr val="black"/>
                </a:solidFill>
                <a:latin typeface="Calibri"/>
              </a:rPr>
              <a:t>      </a:t>
            </a:r>
            <a:r>
              <a:rPr lang="en-US" b="1" dirty="0">
                <a:solidFill>
                  <a:prstClr val="black"/>
                </a:solidFill>
                <a:latin typeface="Calibri"/>
              </a:rPr>
              <a:t>FOREIGN KEY</a:t>
            </a:r>
            <a:r>
              <a:rPr lang="en-US" dirty="0">
                <a:solidFill>
                  <a:prstClr val="black"/>
                </a:solidFill>
                <a:latin typeface="Calibri"/>
              </a:rPr>
              <a:t> (</a:t>
            </a:r>
            <a:r>
              <a:rPr lang="en-US" dirty="0" err="1">
                <a:solidFill>
                  <a:prstClr val="black"/>
                </a:solidFill>
                <a:latin typeface="Calibri"/>
              </a:rPr>
              <a:t>DepartmentId</a:t>
            </a:r>
            <a:r>
              <a:rPr lang="en-US" dirty="0">
                <a:solidFill>
                  <a:prstClr val="black"/>
                </a:solidFill>
                <a:latin typeface="Calibri"/>
              </a:rPr>
              <a:t>) </a:t>
            </a:r>
            <a:r>
              <a:rPr lang="en-US" b="1" dirty="0">
                <a:solidFill>
                  <a:prstClr val="black"/>
                </a:solidFill>
                <a:latin typeface="Calibri"/>
              </a:rPr>
              <a:t>REFERENCES</a:t>
            </a:r>
            <a:r>
              <a:rPr lang="en-US" dirty="0">
                <a:solidFill>
                  <a:prstClr val="black"/>
                </a:solidFill>
                <a:latin typeface="Calibri"/>
              </a:rPr>
              <a:t> Department(Id)</a:t>
            </a:r>
          </a:p>
          <a:p>
            <a:pPr>
              <a:defRPr/>
            </a:pPr>
            <a:r>
              <a:rPr lang="th-TH" b="1" dirty="0">
                <a:solidFill>
                  <a:prstClr val="black"/>
                </a:solidFill>
                <a:latin typeface="Calibri"/>
              </a:rPr>
              <a:t>      </a:t>
            </a:r>
            <a:r>
              <a:rPr lang="en-US" b="1" dirty="0">
                <a:solidFill>
                  <a:prstClr val="black"/>
                </a:solidFill>
                <a:latin typeface="Calibri"/>
              </a:rPr>
              <a:t>ON</a:t>
            </a:r>
            <a:r>
              <a:rPr lang="en-US" dirty="0">
                <a:solidFill>
                  <a:prstClr val="black"/>
                </a:solidFill>
                <a:latin typeface="Calibri"/>
              </a:rPr>
              <a:t> </a:t>
            </a:r>
            <a:r>
              <a:rPr lang="en-US" b="1" dirty="0">
                <a:solidFill>
                  <a:prstClr val="black"/>
                </a:solidFill>
                <a:latin typeface="Calibri"/>
              </a:rPr>
              <a:t>DELETE</a:t>
            </a:r>
            <a:r>
              <a:rPr lang="en-US" dirty="0">
                <a:solidFill>
                  <a:prstClr val="black"/>
                </a:solidFill>
                <a:latin typeface="Calibri"/>
              </a:rPr>
              <a:t> </a:t>
            </a:r>
            <a:r>
              <a:rPr lang="en-US" b="1" dirty="0">
                <a:solidFill>
                  <a:prstClr val="black"/>
                </a:solidFill>
                <a:latin typeface="Calibri"/>
              </a:rPr>
              <a:t>NO</a:t>
            </a:r>
            <a:r>
              <a:rPr lang="en-US" dirty="0">
                <a:solidFill>
                  <a:prstClr val="black"/>
                </a:solidFill>
                <a:latin typeface="Calibri"/>
              </a:rPr>
              <a:t> </a:t>
            </a:r>
            <a:r>
              <a:rPr lang="en-US" b="1" dirty="0">
                <a:solidFill>
                  <a:prstClr val="black"/>
                </a:solidFill>
                <a:latin typeface="Calibri"/>
              </a:rPr>
              <a:t>ACTION</a:t>
            </a:r>
            <a:r>
              <a:rPr lang="en-US" dirty="0">
                <a:solidFill>
                  <a:prstClr val="black"/>
                </a:solidFill>
                <a:latin typeface="Calibri"/>
              </a:rPr>
              <a:t> </a:t>
            </a:r>
          </a:p>
          <a:p>
            <a:pPr>
              <a:defRPr/>
            </a:pPr>
            <a:r>
              <a:rPr lang="th-TH" b="1" dirty="0">
                <a:solidFill>
                  <a:prstClr val="black"/>
                </a:solidFill>
                <a:latin typeface="Calibri"/>
              </a:rPr>
              <a:t>      </a:t>
            </a:r>
            <a:r>
              <a:rPr lang="en-US" b="1" dirty="0">
                <a:solidFill>
                  <a:prstClr val="black"/>
                </a:solidFill>
                <a:latin typeface="Calibri"/>
              </a:rPr>
              <a:t>ON</a:t>
            </a:r>
            <a:r>
              <a:rPr lang="en-US" dirty="0">
                <a:solidFill>
                  <a:prstClr val="black"/>
                </a:solidFill>
                <a:latin typeface="Calibri"/>
              </a:rPr>
              <a:t> </a:t>
            </a:r>
            <a:r>
              <a:rPr lang="en-US" b="1" dirty="0">
                <a:solidFill>
                  <a:prstClr val="black"/>
                </a:solidFill>
                <a:latin typeface="Calibri"/>
              </a:rPr>
              <a:t>UPDATE</a:t>
            </a:r>
            <a:r>
              <a:rPr lang="en-US" dirty="0">
                <a:solidFill>
                  <a:prstClr val="black"/>
                </a:solidFill>
                <a:latin typeface="Calibri"/>
              </a:rPr>
              <a:t> </a:t>
            </a:r>
            <a:r>
              <a:rPr lang="en-US" b="1" dirty="0">
                <a:solidFill>
                  <a:prstClr val="black"/>
                </a:solidFill>
                <a:latin typeface="Calibri"/>
              </a:rPr>
              <a:t>NO</a:t>
            </a:r>
            <a:r>
              <a:rPr lang="en-US" dirty="0">
                <a:solidFill>
                  <a:prstClr val="black"/>
                </a:solidFill>
                <a:latin typeface="Calibri"/>
              </a:rPr>
              <a:t> </a:t>
            </a:r>
            <a:r>
              <a:rPr lang="en-US" b="1" dirty="0">
                <a:solidFill>
                  <a:prstClr val="black"/>
                </a:solidFill>
                <a:latin typeface="Calibri"/>
              </a:rPr>
              <a:t>ACTION</a:t>
            </a:r>
            <a:r>
              <a:rPr lang="en-US" dirty="0">
                <a:solidFill>
                  <a:prstClr val="black"/>
                </a:solidFill>
                <a:latin typeface="Calibri"/>
              </a:rPr>
              <a:t> </a:t>
            </a:r>
          </a:p>
          <a:p>
            <a:pPr>
              <a:defRPr/>
            </a:pPr>
            <a:r>
              <a:rPr lang="en-US" dirty="0">
                <a:solidFill>
                  <a:prstClr val="black"/>
                </a:solidFill>
                <a:latin typeface="Calibri"/>
              </a:rPr>
              <a:t>) ENGINE=INNODB;</a:t>
            </a:r>
          </a:p>
          <a:p>
            <a:pPr>
              <a:defRPr/>
            </a:pPr>
            <a:endParaRPr lang="th-TH" dirty="0">
              <a:solidFill>
                <a:prstClr val="black"/>
              </a:solidFill>
              <a:latin typeface="Calibri"/>
            </a:endParaRPr>
          </a:p>
          <a:p>
            <a:pPr>
              <a:defRPr/>
            </a:pPr>
            <a:r>
              <a:rPr lang="en-US" b="1" dirty="0">
                <a:solidFill>
                  <a:srgbClr val="0070C0"/>
                </a:solidFill>
                <a:latin typeface="Calibri"/>
              </a:rPr>
              <a:t>INSERT</a:t>
            </a:r>
            <a:r>
              <a:rPr lang="th-TH" b="1" dirty="0">
                <a:solidFill>
                  <a:srgbClr val="0070C0"/>
                </a:solidFill>
                <a:latin typeface="Calibri"/>
              </a:rPr>
              <a:t> </a:t>
            </a:r>
            <a:r>
              <a:rPr lang="en-US" dirty="0">
                <a:solidFill>
                  <a:srgbClr val="0070C0"/>
                </a:solidFill>
                <a:latin typeface="Calibri"/>
              </a:rPr>
              <a:t> </a:t>
            </a:r>
            <a:r>
              <a:rPr lang="en-US" b="1" dirty="0">
                <a:solidFill>
                  <a:srgbClr val="0070C0"/>
                </a:solidFill>
                <a:latin typeface="Calibri"/>
              </a:rPr>
              <a:t>into</a:t>
            </a:r>
            <a:r>
              <a:rPr lang="en-US" dirty="0">
                <a:solidFill>
                  <a:srgbClr val="0070C0"/>
                </a:solidFill>
                <a:latin typeface="Calibri"/>
              </a:rPr>
              <a:t> </a:t>
            </a:r>
            <a:r>
              <a:rPr lang="th-TH" dirty="0">
                <a:solidFill>
                  <a:srgbClr val="0070C0"/>
                </a:solidFill>
                <a:latin typeface="Calibri"/>
              </a:rPr>
              <a:t> </a:t>
            </a:r>
            <a:r>
              <a:rPr lang="en-US" dirty="0">
                <a:solidFill>
                  <a:prstClr val="black"/>
                </a:solidFill>
                <a:latin typeface="Calibri"/>
              </a:rPr>
              <a:t>Employees </a:t>
            </a:r>
            <a:r>
              <a:rPr lang="en-US" b="1" dirty="0">
                <a:solidFill>
                  <a:prstClr val="black"/>
                </a:solidFill>
                <a:latin typeface="Calibri"/>
              </a:rPr>
              <a:t>VALUES</a:t>
            </a:r>
            <a:r>
              <a:rPr lang="en-US" dirty="0">
                <a:solidFill>
                  <a:prstClr val="black"/>
                </a:solidFill>
                <a:latin typeface="Calibri"/>
              </a:rPr>
              <a:t> (101, '</a:t>
            </a:r>
            <a:r>
              <a:rPr lang="en-US" dirty="0" err="1">
                <a:solidFill>
                  <a:prstClr val="black"/>
                </a:solidFill>
                <a:latin typeface="Calibri"/>
              </a:rPr>
              <a:t>Anurag</a:t>
            </a:r>
            <a:r>
              <a:rPr lang="en-US" dirty="0">
                <a:solidFill>
                  <a:prstClr val="black"/>
                </a:solidFill>
                <a:latin typeface="Calibri"/>
              </a:rPr>
              <a:t>', 10); </a:t>
            </a:r>
          </a:p>
          <a:p>
            <a:pPr>
              <a:defRPr/>
            </a:pPr>
            <a:r>
              <a:rPr lang="en-US" b="1" dirty="0">
                <a:solidFill>
                  <a:srgbClr val="0070C0"/>
                </a:solidFill>
                <a:latin typeface="Calibri"/>
              </a:rPr>
              <a:t>INSERT</a:t>
            </a:r>
            <a:r>
              <a:rPr lang="en-US" dirty="0">
                <a:solidFill>
                  <a:srgbClr val="0070C0"/>
                </a:solidFill>
                <a:latin typeface="Calibri"/>
              </a:rPr>
              <a:t> </a:t>
            </a:r>
            <a:r>
              <a:rPr lang="th-TH" dirty="0">
                <a:solidFill>
                  <a:srgbClr val="0070C0"/>
                </a:solidFill>
                <a:latin typeface="Calibri"/>
              </a:rPr>
              <a:t> </a:t>
            </a:r>
            <a:r>
              <a:rPr lang="en-US" b="1" dirty="0">
                <a:solidFill>
                  <a:srgbClr val="0070C0"/>
                </a:solidFill>
                <a:latin typeface="Calibri"/>
              </a:rPr>
              <a:t>into</a:t>
            </a:r>
            <a:r>
              <a:rPr lang="en-US" dirty="0">
                <a:solidFill>
                  <a:srgbClr val="0070C0"/>
                </a:solidFill>
                <a:latin typeface="Calibri"/>
              </a:rPr>
              <a:t> </a:t>
            </a:r>
            <a:r>
              <a:rPr lang="th-TH" dirty="0">
                <a:solidFill>
                  <a:srgbClr val="0070C0"/>
                </a:solidFill>
                <a:latin typeface="Calibri"/>
              </a:rPr>
              <a:t> </a:t>
            </a:r>
            <a:r>
              <a:rPr lang="en-US" dirty="0">
                <a:solidFill>
                  <a:prstClr val="black"/>
                </a:solidFill>
                <a:latin typeface="Calibri"/>
              </a:rPr>
              <a:t>Employees </a:t>
            </a:r>
            <a:r>
              <a:rPr lang="en-US" b="1" dirty="0">
                <a:solidFill>
                  <a:prstClr val="black"/>
                </a:solidFill>
                <a:latin typeface="Calibri"/>
              </a:rPr>
              <a:t>VALUES</a:t>
            </a:r>
            <a:r>
              <a:rPr lang="en-US" dirty="0">
                <a:solidFill>
                  <a:prstClr val="black"/>
                </a:solidFill>
                <a:latin typeface="Calibri"/>
              </a:rPr>
              <a:t> (102, '</a:t>
            </a:r>
            <a:r>
              <a:rPr lang="en-US" dirty="0" err="1">
                <a:solidFill>
                  <a:prstClr val="black"/>
                </a:solidFill>
                <a:latin typeface="Calibri"/>
              </a:rPr>
              <a:t>Pranaya</a:t>
            </a:r>
            <a:r>
              <a:rPr lang="en-US" dirty="0">
                <a:solidFill>
                  <a:prstClr val="black"/>
                </a:solidFill>
                <a:latin typeface="Calibri"/>
              </a:rPr>
              <a:t>', 20); </a:t>
            </a:r>
          </a:p>
          <a:p>
            <a:pPr>
              <a:defRPr/>
            </a:pPr>
            <a:r>
              <a:rPr lang="en-US" b="1" dirty="0">
                <a:solidFill>
                  <a:srgbClr val="0070C0"/>
                </a:solidFill>
                <a:latin typeface="Calibri"/>
              </a:rPr>
              <a:t>INSERT</a:t>
            </a:r>
            <a:r>
              <a:rPr lang="en-US" dirty="0">
                <a:solidFill>
                  <a:srgbClr val="0070C0"/>
                </a:solidFill>
                <a:latin typeface="Calibri"/>
              </a:rPr>
              <a:t> </a:t>
            </a:r>
            <a:r>
              <a:rPr lang="th-TH" dirty="0">
                <a:solidFill>
                  <a:srgbClr val="0070C0"/>
                </a:solidFill>
                <a:latin typeface="Calibri"/>
              </a:rPr>
              <a:t> </a:t>
            </a:r>
            <a:r>
              <a:rPr lang="en-US" b="1" dirty="0">
                <a:solidFill>
                  <a:srgbClr val="0070C0"/>
                </a:solidFill>
                <a:latin typeface="Calibri"/>
              </a:rPr>
              <a:t>into</a:t>
            </a:r>
            <a:r>
              <a:rPr lang="en-US" dirty="0">
                <a:solidFill>
                  <a:srgbClr val="0070C0"/>
                </a:solidFill>
                <a:latin typeface="Calibri"/>
              </a:rPr>
              <a:t> </a:t>
            </a:r>
            <a:r>
              <a:rPr lang="th-TH" dirty="0">
                <a:solidFill>
                  <a:srgbClr val="0070C0"/>
                </a:solidFill>
                <a:latin typeface="Calibri"/>
              </a:rPr>
              <a:t> </a:t>
            </a:r>
            <a:r>
              <a:rPr lang="en-US" dirty="0">
                <a:solidFill>
                  <a:prstClr val="black"/>
                </a:solidFill>
                <a:latin typeface="Calibri"/>
              </a:rPr>
              <a:t>Employees </a:t>
            </a:r>
            <a:r>
              <a:rPr lang="en-US" b="1" dirty="0">
                <a:solidFill>
                  <a:prstClr val="black"/>
                </a:solidFill>
                <a:latin typeface="Calibri"/>
              </a:rPr>
              <a:t>VALUES</a:t>
            </a:r>
            <a:r>
              <a:rPr lang="en-US" dirty="0">
                <a:solidFill>
                  <a:prstClr val="black"/>
                </a:solidFill>
                <a:latin typeface="Calibri"/>
              </a:rPr>
              <a:t> (103, '</a:t>
            </a:r>
            <a:r>
              <a:rPr lang="en-US" dirty="0" err="1">
                <a:solidFill>
                  <a:prstClr val="black"/>
                </a:solidFill>
                <a:latin typeface="Calibri"/>
              </a:rPr>
              <a:t>Hina</a:t>
            </a:r>
            <a:r>
              <a:rPr lang="en-US" dirty="0">
                <a:solidFill>
                  <a:prstClr val="black"/>
                </a:solidFill>
                <a:latin typeface="Calibri"/>
              </a:rPr>
              <a:t>', 30);</a:t>
            </a:r>
          </a:p>
          <a:p>
            <a:pPr>
              <a:defRPr/>
            </a:pPr>
            <a:r>
              <a:rPr lang="en-US" b="1" dirty="0">
                <a:solidFill>
                  <a:srgbClr val="0070C0"/>
                </a:solidFill>
                <a:latin typeface="Calibri"/>
              </a:rPr>
              <a:t>INSERT </a:t>
            </a:r>
            <a:r>
              <a:rPr lang="th-TH" b="1" dirty="0">
                <a:solidFill>
                  <a:srgbClr val="0070C0"/>
                </a:solidFill>
                <a:latin typeface="Calibri"/>
              </a:rPr>
              <a:t> </a:t>
            </a:r>
            <a:r>
              <a:rPr lang="en-US" b="1" dirty="0">
                <a:solidFill>
                  <a:srgbClr val="0070C0"/>
                </a:solidFill>
                <a:latin typeface="Calibri"/>
              </a:rPr>
              <a:t>into </a:t>
            </a:r>
            <a:r>
              <a:rPr lang="th-TH" b="1" dirty="0">
                <a:solidFill>
                  <a:srgbClr val="0070C0"/>
                </a:solidFill>
                <a:latin typeface="Calibri"/>
              </a:rPr>
              <a:t> </a:t>
            </a:r>
            <a:r>
              <a:rPr lang="en-US" dirty="0">
                <a:solidFill>
                  <a:prstClr val="black"/>
                </a:solidFill>
                <a:latin typeface="Calibri"/>
              </a:rPr>
              <a:t>Employees</a:t>
            </a:r>
            <a:r>
              <a:rPr lang="en-US" b="1" dirty="0">
                <a:solidFill>
                  <a:prstClr val="black"/>
                </a:solidFill>
                <a:latin typeface="Calibri"/>
              </a:rPr>
              <a:t> VALUES </a:t>
            </a:r>
            <a:r>
              <a:rPr lang="en-US" dirty="0">
                <a:solidFill>
                  <a:prstClr val="black"/>
                </a:solidFill>
                <a:latin typeface="Calibri"/>
              </a:rPr>
              <a:t>(104, '</a:t>
            </a:r>
            <a:r>
              <a:rPr lang="en-US" dirty="0" err="1">
                <a:solidFill>
                  <a:prstClr val="black"/>
                </a:solidFill>
                <a:latin typeface="Calibri"/>
              </a:rPr>
              <a:t>apirak</a:t>
            </a:r>
            <a:r>
              <a:rPr lang="en-US" dirty="0">
                <a:solidFill>
                  <a:prstClr val="black"/>
                </a:solidFill>
                <a:latin typeface="Calibri"/>
              </a:rPr>
              <a:t>', 10); </a:t>
            </a:r>
          </a:p>
          <a:p>
            <a:pPr>
              <a:defRPr/>
            </a:pPr>
            <a:endParaRPr lang="en-US" dirty="0">
              <a:solidFill>
                <a:prstClr val="black"/>
              </a:solidFill>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a:extLst>
              <a:ext uri="{FF2B5EF4-FFF2-40B4-BE49-F238E27FC236}">
                <a16:creationId xmlns:a16="http://schemas.microsoft.com/office/drawing/2014/main" id="{78D6BE96-C5C7-7818-6401-3E5EC9916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685800"/>
            <a:ext cx="3376613"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7" name="Picture 3">
            <a:extLst>
              <a:ext uri="{FF2B5EF4-FFF2-40B4-BE49-F238E27FC236}">
                <a16:creationId xmlns:a16="http://schemas.microsoft.com/office/drawing/2014/main" id="{CED28972-536B-68E7-0611-635A8EF36C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685800"/>
            <a:ext cx="2057400"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สี่เหลี่ยมผืนผ้า 5">
            <a:extLst>
              <a:ext uri="{FF2B5EF4-FFF2-40B4-BE49-F238E27FC236}">
                <a16:creationId xmlns:a16="http://schemas.microsoft.com/office/drawing/2014/main" id="{622CF24A-4FC8-48B8-F67A-66CF6CE137E2}"/>
              </a:ext>
            </a:extLst>
          </p:cNvPr>
          <p:cNvSpPr>
            <a:spLocks noChangeArrowheads="1"/>
          </p:cNvSpPr>
          <p:nvPr/>
        </p:nvSpPr>
        <p:spPr bwMode="auto">
          <a:xfrm>
            <a:off x="1905000" y="3962401"/>
            <a:ext cx="82296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spcAft>
                <a:spcPts val="400"/>
              </a:spcAft>
              <a:buClr>
                <a:srgbClr val="0C7B9C"/>
              </a:buClr>
              <a:buSzPct val="70000"/>
              <a:buNone/>
            </a:pPr>
            <a:r>
              <a:rPr lang="en-US" altLang="en-US" sz="2000">
                <a:solidFill>
                  <a:srgbClr val="FF0000"/>
                </a:solidFill>
                <a:latin typeface="Arial" panose="020B0604020202020204" pitchFamily="34" charset="0"/>
              </a:rPr>
              <a:t>Error Code: 1451. Cannot delete or update a parent row: a foreign key constraint fails (`empdep`.`employees`, CONSTRAINT `employees_ibfk_1` FOREIGN KEY (`DepartmentID`) REFERENCES `department` (`Id`) ON DELETE NO ACTION ON UPDATE NO ACTION)	0.000 sec</a:t>
            </a:r>
          </a:p>
        </p:txBody>
      </p:sp>
      <p:sp>
        <p:nvSpPr>
          <p:cNvPr id="7" name="สี่เหลี่ยมผืนผ้า 6">
            <a:extLst>
              <a:ext uri="{FF2B5EF4-FFF2-40B4-BE49-F238E27FC236}">
                <a16:creationId xmlns:a16="http://schemas.microsoft.com/office/drawing/2014/main" id="{F12930DC-B789-0D19-E051-F2D042E61B01}"/>
              </a:ext>
            </a:extLst>
          </p:cNvPr>
          <p:cNvSpPr/>
          <p:nvPr/>
        </p:nvSpPr>
        <p:spPr>
          <a:xfrm>
            <a:off x="1752600" y="2743200"/>
            <a:ext cx="8458200" cy="1671638"/>
          </a:xfrm>
          <a:prstGeom prst="rect">
            <a:avLst/>
          </a:prstGeom>
        </p:spPr>
        <p:txBody>
          <a:bodyPr>
            <a:spAutoFit/>
          </a:bodyPr>
          <a:lstStyle/>
          <a:p>
            <a:pPr algn="ctr">
              <a:spcBef>
                <a:spcPct val="50000"/>
              </a:spcBef>
              <a:spcAft>
                <a:spcPts val="400"/>
              </a:spcAft>
              <a:buClr>
                <a:srgbClr val="0C7B9C"/>
              </a:buClr>
              <a:buSzPct val="70000"/>
              <a:defRPr/>
            </a:pPr>
            <a:endParaRPr lang="th-TH" sz="2400" b="1" dirty="0"/>
          </a:p>
          <a:p>
            <a:pPr algn="ctr">
              <a:spcBef>
                <a:spcPct val="50000"/>
              </a:spcBef>
              <a:spcAft>
                <a:spcPts val="400"/>
              </a:spcAft>
              <a:buClr>
                <a:srgbClr val="0C7B9C"/>
              </a:buClr>
              <a:buSzPct val="70000"/>
              <a:defRPr/>
            </a:pPr>
            <a:r>
              <a:rPr lang="th-TH" sz="2400" b="1" dirty="0">
                <a:solidFill>
                  <a:schemeClr val="tx2">
                    <a:lumMod val="60000"/>
                    <a:lumOff val="40000"/>
                  </a:schemeClr>
                </a:solidFill>
              </a:rPr>
              <a:t> </a:t>
            </a:r>
            <a:r>
              <a:rPr lang="en-US" sz="2400" b="1" dirty="0">
                <a:solidFill>
                  <a:schemeClr val="tx2">
                    <a:lumMod val="60000"/>
                    <a:lumOff val="40000"/>
                  </a:schemeClr>
                </a:solidFill>
              </a:rPr>
              <a:t>DELETE FROM </a:t>
            </a:r>
            <a:r>
              <a:rPr lang="en-US" sz="2400" b="1" dirty="0">
                <a:solidFill>
                  <a:srgbClr val="FF0000"/>
                </a:solidFill>
              </a:rPr>
              <a:t>Department </a:t>
            </a:r>
            <a:r>
              <a:rPr lang="en-US" sz="2400" b="1" dirty="0">
                <a:solidFill>
                  <a:schemeClr val="tx2">
                    <a:lumMod val="60000"/>
                    <a:lumOff val="40000"/>
                  </a:schemeClr>
                </a:solidFill>
              </a:rPr>
              <a:t>WHERE</a:t>
            </a:r>
            <a:r>
              <a:rPr lang="en-US" sz="2400" b="1" dirty="0">
                <a:solidFill>
                  <a:srgbClr val="FF0000"/>
                </a:solidFill>
              </a:rPr>
              <a:t> Id = 10;</a:t>
            </a:r>
            <a:endParaRPr lang="th-TH" sz="2400" b="1" dirty="0">
              <a:solidFill>
                <a:srgbClr val="FF0000"/>
              </a:solidFill>
            </a:endParaRPr>
          </a:p>
          <a:p>
            <a:pPr algn="ctr">
              <a:spcBef>
                <a:spcPct val="50000"/>
              </a:spcBef>
              <a:spcAft>
                <a:spcPts val="400"/>
              </a:spcAft>
              <a:buClr>
                <a:srgbClr val="0C7B9C"/>
              </a:buClr>
              <a:buSzPct val="70000"/>
              <a:defRPr/>
            </a:pPr>
            <a:endParaRPr lang="en-US" sz="2400" dirty="0">
              <a:solidFill>
                <a:srgbClr val="FF0000"/>
              </a:solidFill>
            </a:endParaRPr>
          </a:p>
        </p:txBody>
      </p:sp>
      <p:sp>
        <p:nvSpPr>
          <p:cNvPr id="52230" name="TextBox 7">
            <a:extLst>
              <a:ext uri="{FF2B5EF4-FFF2-40B4-BE49-F238E27FC236}">
                <a16:creationId xmlns:a16="http://schemas.microsoft.com/office/drawing/2014/main" id="{0E6265A0-088E-2EC9-A872-B4DDDEC5C90B}"/>
              </a:ext>
            </a:extLst>
          </p:cNvPr>
          <p:cNvSpPr txBox="1">
            <a:spLocks noChangeArrowheads="1"/>
          </p:cNvSpPr>
          <p:nvPr/>
        </p:nvSpPr>
        <p:spPr bwMode="auto">
          <a:xfrm>
            <a:off x="2825432" y="304800"/>
            <a:ext cx="15103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spcAft>
                <a:spcPts val="400"/>
              </a:spcAft>
              <a:buClr>
                <a:srgbClr val="0C7B9C"/>
              </a:buClr>
              <a:buSzPct val="70000"/>
              <a:buNone/>
            </a:pPr>
            <a:r>
              <a:rPr lang="en-US" altLang="en-US" sz="2000" b="1">
                <a:latin typeface="Arial" panose="020B0604020202020204" pitchFamily="34" charset="0"/>
              </a:rPr>
              <a:t>employees</a:t>
            </a:r>
          </a:p>
        </p:txBody>
      </p:sp>
      <p:sp>
        <p:nvSpPr>
          <p:cNvPr id="52231" name="TextBox 9">
            <a:extLst>
              <a:ext uri="{FF2B5EF4-FFF2-40B4-BE49-F238E27FC236}">
                <a16:creationId xmlns:a16="http://schemas.microsoft.com/office/drawing/2014/main" id="{FF207DD9-9C2A-6F51-B355-7350DBC85982}"/>
              </a:ext>
            </a:extLst>
          </p:cNvPr>
          <p:cNvSpPr txBox="1">
            <a:spLocks noChangeArrowheads="1"/>
          </p:cNvSpPr>
          <p:nvPr/>
        </p:nvSpPr>
        <p:spPr bwMode="auto">
          <a:xfrm>
            <a:off x="7308984" y="381000"/>
            <a:ext cx="15808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spcAft>
                <a:spcPts val="400"/>
              </a:spcAft>
              <a:buClr>
                <a:srgbClr val="0C7B9C"/>
              </a:buClr>
              <a:buSzPct val="70000"/>
              <a:buNone/>
            </a:pPr>
            <a:r>
              <a:rPr lang="en-US" altLang="en-US" sz="2000" b="1">
                <a:latin typeface="Arial" panose="020B0604020202020204" pitchFamily="34" charset="0"/>
              </a:rPr>
              <a:t>department</a:t>
            </a:r>
          </a:p>
        </p:txBody>
      </p:sp>
      <p:sp>
        <p:nvSpPr>
          <p:cNvPr id="52232" name="สี่เหลี่ยมผืนผ้า 5">
            <a:extLst>
              <a:ext uri="{FF2B5EF4-FFF2-40B4-BE49-F238E27FC236}">
                <a16:creationId xmlns:a16="http://schemas.microsoft.com/office/drawing/2014/main" id="{6DC96F6A-9AC0-DDF7-9387-7FEA390D0FEE}"/>
              </a:ext>
            </a:extLst>
          </p:cNvPr>
          <p:cNvSpPr>
            <a:spLocks noChangeArrowheads="1"/>
          </p:cNvSpPr>
          <p:nvPr/>
        </p:nvSpPr>
        <p:spPr bwMode="auto">
          <a:xfrm>
            <a:off x="2133600" y="0"/>
            <a:ext cx="830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000000"/>
                </a:solidFill>
              </a:rPr>
              <a:t>https://dotnettutorials.net/lesson/referential-integrity-constraints-in-mysql/</a:t>
            </a:r>
          </a:p>
        </p:txBody>
      </p:sp>
      <p:pic>
        <p:nvPicPr>
          <p:cNvPr id="52233" name="Picture 1">
            <a:extLst>
              <a:ext uri="{FF2B5EF4-FFF2-40B4-BE49-F238E27FC236}">
                <a16:creationId xmlns:a16="http://schemas.microsoft.com/office/drawing/2014/main" id="{A2FBEB49-3611-1E63-1AE9-56479C50F8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9776" y="5467351"/>
            <a:ext cx="4314825"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a:extLst>
              <a:ext uri="{FF2B5EF4-FFF2-40B4-BE49-F238E27FC236}">
                <a16:creationId xmlns:a16="http://schemas.microsoft.com/office/drawing/2014/main" id="{156F530A-6A1F-B052-E196-242BB8ADE3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762000"/>
            <a:ext cx="3376613"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5" name="Picture 3">
            <a:extLst>
              <a:ext uri="{FF2B5EF4-FFF2-40B4-BE49-F238E27FC236}">
                <a16:creationId xmlns:a16="http://schemas.microsoft.com/office/drawing/2014/main" id="{1C227B8B-FB80-D072-DA39-296DE8123B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762000"/>
            <a:ext cx="2057400"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สี่เหลี่ยมผืนผ้า 5">
            <a:extLst>
              <a:ext uri="{FF2B5EF4-FFF2-40B4-BE49-F238E27FC236}">
                <a16:creationId xmlns:a16="http://schemas.microsoft.com/office/drawing/2014/main" id="{234BB98E-D35D-9302-3F53-5CB92CCD2189}"/>
              </a:ext>
            </a:extLst>
          </p:cNvPr>
          <p:cNvSpPr>
            <a:spLocks noChangeArrowheads="1"/>
          </p:cNvSpPr>
          <p:nvPr/>
        </p:nvSpPr>
        <p:spPr bwMode="auto">
          <a:xfrm>
            <a:off x="1676400" y="4418014"/>
            <a:ext cx="86106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spcAft>
                <a:spcPts val="400"/>
              </a:spcAft>
              <a:buClr>
                <a:srgbClr val="0C7B9C"/>
              </a:buClr>
              <a:buSzPct val="70000"/>
              <a:buNone/>
            </a:pPr>
            <a:r>
              <a:rPr lang="th-TH" altLang="en-US" sz="2000">
                <a:solidFill>
                  <a:srgbClr val="FF0000"/>
                </a:solidFill>
                <a:latin typeface="Arial" panose="020B0604020202020204" pitchFamily="34" charset="0"/>
              </a:rPr>
              <a:t> </a:t>
            </a:r>
            <a:r>
              <a:rPr lang="en-US" altLang="en-US" sz="2000">
                <a:solidFill>
                  <a:srgbClr val="FF0000"/>
                </a:solidFill>
                <a:latin typeface="Arial" panose="020B0604020202020204" pitchFamily="34" charset="0"/>
              </a:rPr>
              <a:t>Error Code: 1451. Cannot delete or update a parent row: a foreign key constraint fails (`empdep`.`employees`, CONSTRAINT `employees_ibfk_1` FOREIGN KEY (`DepartmentID`) REFERENCES `department` (`Id`) ON DELETE NO ACTION ON UPDATE NO ACTION)	0.000 sec</a:t>
            </a:r>
          </a:p>
        </p:txBody>
      </p:sp>
      <p:sp>
        <p:nvSpPr>
          <p:cNvPr id="7" name="สี่เหลี่ยมผืนผ้า 6">
            <a:extLst>
              <a:ext uri="{FF2B5EF4-FFF2-40B4-BE49-F238E27FC236}">
                <a16:creationId xmlns:a16="http://schemas.microsoft.com/office/drawing/2014/main" id="{D64AE48B-9F35-B360-AB41-265447174932}"/>
              </a:ext>
            </a:extLst>
          </p:cNvPr>
          <p:cNvSpPr/>
          <p:nvPr/>
        </p:nvSpPr>
        <p:spPr>
          <a:xfrm>
            <a:off x="2743200" y="2667000"/>
            <a:ext cx="7391400" cy="1671638"/>
          </a:xfrm>
          <a:prstGeom prst="rect">
            <a:avLst/>
          </a:prstGeom>
        </p:spPr>
        <p:txBody>
          <a:bodyPr>
            <a:spAutoFit/>
          </a:bodyPr>
          <a:lstStyle/>
          <a:p>
            <a:pPr algn="ctr">
              <a:spcBef>
                <a:spcPct val="50000"/>
              </a:spcBef>
              <a:spcAft>
                <a:spcPts val="400"/>
              </a:spcAft>
              <a:buClr>
                <a:srgbClr val="0C7B9C"/>
              </a:buClr>
              <a:buSzPct val="70000"/>
              <a:defRPr/>
            </a:pPr>
            <a:endParaRPr lang="th-TH" sz="2400" dirty="0">
              <a:solidFill>
                <a:srgbClr val="FF0000"/>
              </a:solidFill>
            </a:endParaRPr>
          </a:p>
          <a:p>
            <a:pPr algn="ctr">
              <a:spcBef>
                <a:spcPct val="50000"/>
              </a:spcBef>
              <a:spcAft>
                <a:spcPts val="400"/>
              </a:spcAft>
              <a:buClr>
                <a:srgbClr val="0C7B9C"/>
              </a:buClr>
              <a:buSzPct val="70000"/>
              <a:defRPr/>
            </a:pPr>
            <a:r>
              <a:rPr lang="en-US" sz="2400" b="1" dirty="0">
                <a:solidFill>
                  <a:schemeClr val="tx2">
                    <a:lumMod val="60000"/>
                    <a:lumOff val="40000"/>
                  </a:schemeClr>
                </a:solidFill>
              </a:rPr>
              <a:t>UPDATE</a:t>
            </a:r>
            <a:r>
              <a:rPr lang="en-US" sz="2400" b="1" dirty="0">
                <a:solidFill>
                  <a:srgbClr val="FF0000"/>
                </a:solidFill>
              </a:rPr>
              <a:t> Department </a:t>
            </a:r>
            <a:r>
              <a:rPr lang="en-US" sz="2400" b="1" dirty="0">
                <a:solidFill>
                  <a:schemeClr val="tx2">
                    <a:lumMod val="60000"/>
                    <a:lumOff val="40000"/>
                  </a:schemeClr>
                </a:solidFill>
              </a:rPr>
              <a:t>SET</a:t>
            </a:r>
            <a:r>
              <a:rPr lang="en-US" sz="2400" b="1" dirty="0">
                <a:solidFill>
                  <a:srgbClr val="FF0000"/>
                </a:solidFill>
              </a:rPr>
              <a:t> Id = 40 </a:t>
            </a:r>
            <a:r>
              <a:rPr lang="en-US" sz="2400" b="1" dirty="0">
                <a:solidFill>
                  <a:schemeClr val="tx2">
                    <a:lumMod val="60000"/>
                    <a:lumOff val="40000"/>
                  </a:schemeClr>
                </a:solidFill>
              </a:rPr>
              <a:t>WHERE</a:t>
            </a:r>
            <a:r>
              <a:rPr lang="en-US" sz="2400" b="1" dirty="0">
                <a:solidFill>
                  <a:srgbClr val="FF0000"/>
                </a:solidFill>
              </a:rPr>
              <a:t> Id = 30;</a:t>
            </a:r>
            <a:endParaRPr lang="th-TH" sz="2400" b="1" dirty="0">
              <a:solidFill>
                <a:srgbClr val="FF0000"/>
              </a:solidFill>
            </a:endParaRPr>
          </a:p>
          <a:p>
            <a:pPr algn="ctr">
              <a:spcBef>
                <a:spcPct val="50000"/>
              </a:spcBef>
              <a:spcAft>
                <a:spcPts val="400"/>
              </a:spcAft>
              <a:buClr>
                <a:srgbClr val="0C7B9C"/>
              </a:buClr>
              <a:buSzPct val="70000"/>
              <a:defRPr/>
            </a:pPr>
            <a:endParaRPr lang="en-US" sz="2400" dirty="0">
              <a:solidFill>
                <a:srgbClr val="FF0000"/>
              </a:solidFill>
            </a:endParaRPr>
          </a:p>
        </p:txBody>
      </p:sp>
      <p:sp>
        <p:nvSpPr>
          <p:cNvPr id="54278" name="TextBox 7">
            <a:extLst>
              <a:ext uri="{FF2B5EF4-FFF2-40B4-BE49-F238E27FC236}">
                <a16:creationId xmlns:a16="http://schemas.microsoft.com/office/drawing/2014/main" id="{95CB527A-0E99-8AF5-D215-AAC4791C5C18}"/>
              </a:ext>
            </a:extLst>
          </p:cNvPr>
          <p:cNvSpPr txBox="1">
            <a:spLocks noChangeArrowheads="1"/>
          </p:cNvSpPr>
          <p:nvPr/>
        </p:nvSpPr>
        <p:spPr bwMode="auto">
          <a:xfrm>
            <a:off x="2825432" y="304800"/>
            <a:ext cx="15103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spcAft>
                <a:spcPts val="400"/>
              </a:spcAft>
              <a:buClr>
                <a:srgbClr val="0C7B9C"/>
              </a:buClr>
              <a:buSzPct val="70000"/>
              <a:buNone/>
            </a:pPr>
            <a:r>
              <a:rPr lang="en-US" altLang="en-US" sz="2000" b="1">
                <a:latin typeface="Arial" panose="020B0604020202020204" pitchFamily="34" charset="0"/>
              </a:rPr>
              <a:t>employees</a:t>
            </a:r>
          </a:p>
        </p:txBody>
      </p:sp>
      <p:sp>
        <p:nvSpPr>
          <p:cNvPr id="54279" name="TextBox 8">
            <a:extLst>
              <a:ext uri="{FF2B5EF4-FFF2-40B4-BE49-F238E27FC236}">
                <a16:creationId xmlns:a16="http://schemas.microsoft.com/office/drawing/2014/main" id="{0C37E90B-77CE-945D-76E1-D527006E4C0B}"/>
              </a:ext>
            </a:extLst>
          </p:cNvPr>
          <p:cNvSpPr txBox="1">
            <a:spLocks noChangeArrowheads="1"/>
          </p:cNvSpPr>
          <p:nvPr/>
        </p:nvSpPr>
        <p:spPr bwMode="auto">
          <a:xfrm>
            <a:off x="7308984" y="381000"/>
            <a:ext cx="15808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spcAft>
                <a:spcPts val="400"/>
              </a:spcAft>
              <a:buClr>
                <a:srgbClr val="0C7B9C"/>
              </a:buClr>
              <a:buSzPct val="70000"/>
              <a:buNone/>
            </a:pPr>
            <a:r>
              <a:rPr lang="en-US" altLang="en-US" sz="2000" b="1">
                <a:latin typeface="Arial" panose="020B0604020202020204" pitchFamily="34" charset="0"/>
              </a:rPr>
              <a:t>department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7F4B2CB7-71A8-D3ED-0F7A-DFB23B201721}"/>
              </a:ext>
            </a:extLst>
          </p:cNvPr>
          <p:cNvSpPr>
            <a:spLocks noGrp="1" noChangeArrowheads="1"/>
          </p:cNvSpPr>
          <p:nvPr>
            <p:ph type="title"/>
          </p:nvPr>
        </p:nvSpPr>
        <p:spPr/>
        <p:txBody>
          <a:bodyPr/>
          <a:lstStyle/>
          <a:p>
            <a:endParaRPr lang="en-US" altLang="en-US"/>
          </a:p>
        </p:txBody>
      </p:sp>
      <p:pic>
        <p:nvPicPr>
          <p:cNvPr id="56323" name="Picture 2">
            <a:extLst>
              <a:ext uri="{FF2B5EF4-FFF2-40B4-BE49-F238E27FC236}">
                <a16:creationId xmlns:a16="http://schemas.microsoft.com/office/drawing/2014/main" id="{61001D1F-0635-ADE8-2473-832DA5F60A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1" y="427038"/>
            <a:ext cx="3376613"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4" name="Picture 3">
            <a:extLst>
              <a:ext uri="{FF2B5EF4-FFF2-40B4-BE49-F238E27FC236}">
                <a16:creationId xmlns:a16="http://schemas.microsoft.com/office/drawing/2014/main" id="{5FF78161-FF16-FDB2-701C-A96F113745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427039"/>
            <a:ext cx="2057400" cy="202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สี่เหลี่ยมผืนผ้า 6">
            <a:extLst>
              <a:ext uri="{FF2B5EF4-FFF2-40B4-BE49-F238E27FC236}">
                <a16:creationId xmlns:a16="http://schemas.microsoft.com/office/drawing/2014/main" id="{F7B3BDDD-08E3-2DD3-6AB3-18219F2D8020}"/>
              </a:ext>
            </a:extLst>
          </p:cNvPr>
          <p:cNvSpPr/>
          <p:nvPr/>
        </p:nvSpPr>
        <p:spPr>
          <a:xfrm>
            <a:off x="1752600" y="2743200"/>
            <a:ext cx="8458200" cy="1671638"/>
          </a:xfrm>
          <a:prstGeom prst="rect">
            <a:avLst/>
          </a:prstGeom>
        </p:spPr>
        <p:txBody>
          <a:bodyPr>
            <a:spAutoFit/>
          </a:bodyPr>
          <a:lstStyle/>
          <a:p>
            <a:pPr algn="ctr">
              <a:spcBef>
                <a:spcPct val="50000"/>
              </a:spcBef>
              <a:spcAft>
                <a:spcPts val="400"/>
              </a:spcAft>
              <a:buClr>
                <a:srgbClr val="0C7B9C"/>
              </a:buClr>
              <a:buSzPct val="70000"/>
              <a:defRPr/>
            </a:pPr>
            <a:endParaRPr lang="th-TH" sz="2400" b="1" dirty="0"/>
          </a:p>
          <a:p>
            <a:pPr algn="ctr">
              <a:spcBef>
                <a:spcPct val="50000"/>
              </a:spcBef>
              <a:spcAft>
                <a:spcPts val="400"/>
              </a:spcAft>
              <a:buClr>
                <a:srgbClr val="0C7B9C"/>
              </a:buClr>
              <a:buSzPct val="70000"/>
              <a:defRPr/>
            </a:pPr>
            <a:r>
              <a:rPr lang="th-TH" sz="2400" b="1" dirty="0">
                <a:solidFill>
                  <a:schemeClr val="tx2">
                    <a:lumMod val="60000"/>
                    <a:lumOff val="40000"/>
                  </a:schemeClr>
                </a:solidFill>
              </a:rPr>
              <a:t> </a:t>
            </a:r>
            <a:r>
              <a:rPr lang="en-US" sz="2400" b="1" dirty="0">
                <a:solidFill>
                  <a:schemeClr val="tx2">
                    <a:lumMod val="60000"/>
                    <a:lumOff val="40000"/>
                  </a:schemeClr>
                </a:solidFill>
              </a:rPr>
              <a:t>DELETE FROM </a:t>
            </a:r>
            <a:r>
              <a:rPr lang="en-US" sz="2400" b="1" dirty="0">
                <a:solidFill>
                  <a:srgbClr val="FF0000"/>
                </a:solidFill>
              </a:rPr>
              <a:t>employees </a:t>
            </a:r>
            <a:r>
              <a:rPr lang="en-US" sz="2400" b="1" dirty="0">
                <a:solidFill>
                  <a:schemeClr val="tx2">
                    <a:lumMod val="60000"/>
                    <a:lumOff val="40000"/>
                  </a:schemeClr>
                </a:solidFill>
              </a:rPr>
              <a:t>WHERE</a:t>
            </a:r>
            <a:r>
              <a:rPr lang="en-US" sz="2400" b="1" dirty="0">
                <a:solidFill>
                  <a:srgbClr val="FF0000"/>
                </a:solidFill>
              </a:rPr>
              <a:t> Id = 101;</a:t>
            </a:r>
            <a:endParaRPr lang="th-TH" sz="2400" b="1" dirty="0">
              <a:solidFill>
                <a:srgbClr val="FF0000"/>
              </a:solidFill>
            </a:endParaRPr>
          </a:p>
          <a:p>
            <a:pPr algn="ctr">
              <a:spcBef>
                <a:spcPct val="50000"/>
              </a:spcBef>
              <a:spcAft>
                <a:spcPts val="400"/>
              </a:spcAft>
              <a:buClr>
                <a:srgbClr val="0C7B9C"/>
              </a:buClr>
              <a:buSzPct val="70000"/>
              <a:defRPr/>
            </a:pPr>
            <a:endParaRPr lang="en-US" sz="2400" dirty="0">
              <a:solidFill>
                <a:srgbClr val="FF0000"/>
              </a:solidFill>
            </a:endParaRPr>
          </a:p>
        </p:txBody>
      </p:sp>
      <p:sp>
        <p:nvSpPr>
          <p:cNvPr id="56326" name="TextBox 7">
            <a:extLst>
              <a:ext uri="{FF2B5EF4-FFF2-40B4-BE49-F238E27FC236}">
                <a16:creationId xmlns:a16="http://schemas.microsoft.com/office/drawing/2014/main" id="{91E1AD95-76C4-FCBD-C781-335DB22751AE}"/>
              </a:ext>
            </a:extLst>
          </p:cNvPr>
          <p:cNvSpPr txBox="1">
            <a:spLocks noChangeArrowheads="1"/>
          </p:cNvSpPr>
          <p:nvPr/>
        </p:nvSpPr>
        <p:spPr bwMode="auto">
          <a:xfrm>
            <a:off x="2825432" y="-76200"/>
            <a:ext cx="15103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spcAft>
                <a:spcPts val="400"/>
              </a:spcAft>
              <a:buClr>
                <a:srgbClr val="0C7B9C"/>
              </a:buClr>
              <a:buSzPct val="70000"/>
              <a:buNone/>
            </a:pPr>
            <a:r>
              <a:rPr lang="en-US" altLang="en-US" sz="2000" b="1">
                <a:latin typeface="Arial" panose="020B0604020202020204" pitchFamily="34" charset="0"/>
              </a:rPr>
              <a:t>employees</a:t>
            </a:r>
          </a:p>
        </p:txBody>
      </p:sp>
      <p:sp>
        <p:nvSpPr>
          <p:cNvPr id="56327" name="TextBox 9">
            <a:extLst>
              <a:ext uri="{FF2B5EF4-FFF2-40B4-BE49-F238E27FC236}">
                <a16:creationId xmlns:a16="http://schemas.microsoft.com/office/drawing/2014/main" id="{179EA76F-EFC4-42FF-2E3B-6B7135FBB9B1}"/>
              </a:ext>
            </a:extLst>
          </p:cNvPr>
          <p:cNvSpPr txBox="1">
            <a:spLocks noChangeArrowheads="1"/>
          </p:cNvSpPr>
          <p:nvPr/>
        </p:nvSpPr>
        <p:spPr bwMode="auto">
          <a:xfrm>
            <a:off x="7308984" y="0"/>
            <a:ext cx="15808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spcAft>
                <a:spcPts val="400"/>
              </a:spcAft>
              <a:buClr>
                <a:srgbClr val="0C7B9C"/>
              </a:buClr>
              <a:buSzPct val="70000"/>
              <a:buNone/>
            </a:pPr>
            <a:r>
              <a:rPr lang="en-US" altLang="en-US" sz="2000" b="1">
                <a:latin typeface="Arial" panose="020B0604020202020204" pitchFamily="34" charset="0"/>
              </a:rPr>
              <a:t>department</a:t>
            </a:r>
          </a:p>
        </p:txBody>
      </p:sp>
      <p:sp>
        <p:nvSpPr>
          <p:cNvPr id="56328" name="TextBox 9">
            <a:extLst>
              <a:ext uri="{FF2B5EF4-FFF2-40B4-BE49-F238E27FC236}">
                <a16:creationId xmlns:a16="http://schemas.microsoft.com/office/drawing/2014/main" id="{1C714865-B8C8-79A0-5FA8-7CD07B4FD0FC}"/>
              </a:ext>
            </a:extLst>
          </p:cNvPr>
          <p:cNvSpPr txBox="1">
            <a:spLocks noChangeArrowheads="1"/>
          </p:cNvSpPr>
          <p:nvPr/>
        </p:nvSpPr>
        <p:spPr bwMode="auto">
          <a:xfrm>
            <a:off x="5562601" y="4800600"/>
            <a:ext cx="612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a:latin typeface="Arial" panose="020B0604020202020204" pitchFamily="34" charset="0"/>
              </a:rPr>
              <a:t>???</a:t>
            </a:r>
          </a:p>
        </p:txBody>
      </p:sp>
      <p:pic>
        <p:nvPicPr>
          <p:cNvPr id="56329" name="Picture 10">
            <a:extLst>
              <a:ext uri="{FF2B5EF4-FFF2-40B4-BE49-F238E27FC236}">
                <a16:creationId xmlns:a16="http://schemas.microsoft.com/office/drawing/2014/main" id="{5D27D5C5-F0CD-2EB1-DAE2-BAE01D5060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6964" y="4414839"/>
            <a:ext cx="4314825"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สี่เหลี่ยมผืนผ้า 3">
            <a:extLst>
              <a:ext uri="{FF2B5EF4-FFF2-40B4-BE49-F238E27FC236}">
                <a16:creationId xmlns:a16="http://schemas.microsoft.com/office/drawing/2014/main" id="{7EAF3F8B-C15D-F74B-922C-308A5AFB0270}"/>
              </a:ext>
            </a:extLst>
          </p:cNvPr>
          <p:cNvSpPr/>
          <p:nvPr/>
        </p:nvSpPr>
        <p:spPr>
          <a:xfrm>
            <a:off x="1828800" y="304800"/>
            <a:ext cx="8610600" cy="2362200"/>
          </a:xfrm>
          <a:prstGeom prst="rect">
            <a:avLst/>
          </a:prstGeom>
          <a:solidFill>
            <a:schemeClr val="accent3">
              <a:lumMod val="20000"/>
              <a:lumOff val="80000"/>
            </a:schemeClr>
          </a:solidFill>
          <a:ln>
            <a:solidFill>
              <a:schemeClr val="accent3">
                <a:lumMod val="20000"/>
                <a:lumOff val="80000"/>
              </a:schemeClr>
            </a:solidFill>
          </a:ln>
        </p:spPr>
        <p:txBody>
          <a:bodyPr>
            <a:spAutoFit/>
          </a:bodyPr>
          <a:lstStyle/>
          <a:p>
            <a:pPr>
              <a:defRPr/>
            </a:pPr>
            <a:r>
              <a:rPr lang="en-US" b="1" dirty="0">
                <a:solidFill>
                  <a:prstClr val="black"/>
                </a:solidFill>
                <a:latin typeface="Calibri"/>
              </a:rPr>
              <a:t>CREATE</a:t>
            </a:r>
            <a:r>
              <a:rPr lang="en-US" dirty="0">
                <a:solidFill>
                  <a:prstClr val="black"/>
                </a:solidFill>
                <a:latin typeface="Calibri"/>
              </a:rPr>
              <a:t> </a:t>
            </a:r>
            <a:r>
              <a:rPr lang="en-US" b="1" dirty="0">
                <a:solidFill>
                  <a:prstClr val="black"/>
                </a:solidFill>
                <a:latin typeface="Calibri"/>
              </a:rPr>
              <a:t>TABLE</a:t>
            </a:r>
            <a:r>
              <a:rPr lang="en-US" dirty="0">
                <a:solidFill>
                  <a:prstClr val="black"/>
                </a:solidFill>
                <a:latin typeface="Calibri"/>
              </a:rPr>
              <a:t> Department( </a:t>
            </a:r>
          </a:p>
          <a:p>
            <a:pPr>
              <a:defRPr/>
            </a:pPr>
            <a:r>
              <a:rPr lang="th-TH" dirty="0">
                <a:solidFill>
                  <a:prstClr val="black"/>
                </a:solidFill>
                <a:latin typeface="Calibri"/>
              </a:rPr>
              <a:t>      </a:t>
            </a:r>
            <a:r>
              <a:rPr lang="en-US" dirty="0">
                <a:solidFill>
                  <a:prstClr val="black"/>
                </a:solidFill>
                <a:latin typeface="Calibri"/>
              </a:rPr>
              <a:t>Id </a:t>
            </a:r>
            <a:r>
              <a:rPr lang="en-US" b="1" dirty="0">
                <a:solidFill>
                  <a:prstClr val="black"/>
                </a:solidFill>
                <a:latin typeface="Calibri"/>
              </a:rPr>
              <a:t>INT</a:t>
            </a:r>
            <a:r>
              <a:rPr lang="en-US" dirty="0">
                <a:solidFill>
                  <a:prstClr val="black"/>
                </a:solidFill>
                <a:latin typeface="Calibri"/>
              </a:rPr>
              <a:t> </a:t>
            </a:r>
            <a:r>
              <a:rPr lang="en-US" b="1" dirty="0">
                <a:solidFill>
                  <a:prstClr val="black"/>
                </a:solidFill>
                <a:latin typeface="Calibri"/>
              </a:rPr>
              <a:t>PRIMARY KEY</a:t>
            </a:r>
            <a:r>
              <a:rPr lang="en-US" dirty="0">
                <a:solidFill>
                  <a:prstClr val="black"/>
                </a:solidFill>
                <a:latin typeface="Calibri"/>
              </a:rPr>
              <a:t>, </a:t>
            </a:r>
          </a:p>
          <a:p>
            <a:pPr>
              <a:defRPr/>
            </a:pPr>
            <a:r>
              <a:rPr lang="th-TH" dirty="0">
                <a:solidFill>
                  <a:prstClr val="black"/>
                </a:solidFill>
                <a:latin typeface="Calibri"/>
              </a:rPr>
              <a:t>     </a:t>
            </a:r>
            <a:r>
              <a:rPr lang="en-US" dirty="0">
                <a:solidFill>
                  <a:prstClr val="black"/>
                </a:solidFill>
                <a:latin typeface="Calibri"/>
              </a:rPr>
              <a:t>Name </a:t>
            </a:r>
            <a:r>
              <a:rPr lang="en-US" b="1" dirty="0">
                <a:solidFill>
                  <a:prstClr val="black"/>
                </a:solidFill>
                <a:latin typeface="Calibri"/>
              </a:rPr>
              <a:t>NVARCHAR</a:t>
            </a:r>
            <a:r>
              <a:rPr lang="en-US" dirty="0">
                <a:solidFill>
                  <a:prstClr val="black"/>
                </a:solidFill>
                <a:latin typeface="Calibri"/>
              </a:rPr>
              <a:t>(50) </a:t>
            </a:r>
          </a:p>
          <a:p>
            <a:pPr>
              <a:defRPr/>
            </a:pPr>
            <a:r>
              <a:rPr lang="en-US" dirty="0">
                <a:solidFill>
                  <a:prstClr val="black"/>
                </a:solidFill>
                <a:latin typeface="Calibri"/>
              </a:rPr>
              <a:t>) </a:t>
            </a:r>
            <a:r>
              <a:rPr lang="en-US" dirty="0">
                <a:solidFill>
                  <a:srgbClr val="FF0000"/>
                </a:solidFill>
                <a:latin typeface="Calibri"/>
              </a:rPr>
              <a:t>ENGINE=INNODB;</a:t>
            </a:r>
          </a:p>
          <a:p>
            <a:pPr>
              <a:defRPr/>
            </a:pPr>
            <a:r>
              <a:rPr lang="en-US" dirty="0">
                <a:solidFill>
                  <a:prstClr val="black"/>
                </a:solidFill>
                <a:latin typeface="Calibri"/>
              </a:rPr>
              <a:t>-- Insert some test data in Department Table</a:t>
            </a:r>
          </a:p>
          <a:p>
            <a:pPr>
              <a:defRPr/>
            </a:pPr>
            <a:r>
              <a:rPr lang="en-US" b="1" dirty="0">
                <a:solidFill>
                  <a:prstClr val="black"/>
                </a:solidFill>
                <a:latin typeface="Calibri"/>
              </a:rPr>
              <a:t>Insert</a:t>
            </a:r>
            <a:r>
              <a:rPr lang="en-US" dirty="0">
                <a:solidFill>
                  <a:prstClr val="black"/>
                </a:solidFill>
                <a:latin typeface="Calibri"/>
              </a:rPr>
              <a:t> </a:t>
            </a:r>
            <a:r>
              <a:rPr lang="en-US" b="1" dirty="0">
                <a:solidFill>
                  <a:prstClr val="black"/>
                </a:solidFill>
                <a:latin typeface="Calibri"/>
              </a:rPr>
              <a:t>into</a:t>
            </a:r>
            <a:r>
              <a:rPr lang="en-US" dirty="0">
                <a:solidFill>
                  <a:prstClr val="black"/>
                </a:solidFill>
                <a:latin typeface="Calibri"/>
              </a:rPr>
              <a:t> Department values (10, 'IT');</a:t>
            </a:r>
          </a:p>
          <a:p>
            <a:pPr>
              <a:defRPr/>
            </a:pPr>
            <a:r>
              <a:rPr lang="en-US" b="1" dirty="0">
                <a:solidFill>
                  <a:prstClr val="black"/>
                </a:solidFill>
                <a:latin typeface="Calibri"/>
              </a:rPr>
              <a:t>Insert</a:t>
            </a:r>
            <a:r>
              <a:rPr lang="en-US" dirty="0">
                <a:solidFill>
                  <a:prstClr val="black"/>
                </a:solidFill>
                <a:latin typeface="Calibri"/>
              </a:rPr>
              <a:t> </a:t>
            </a:r>
            <a:r>
              <a:rPr lang="en-US" b="1" dirty="0">
                <a:solidFill>
                  <a:prstClr val="black"/>
                </a:solidFill>
                <a:latin typeface="Calibri"/>
              </a:rPr>
              <a:t>into</a:t>
            </a:r>
            <a:r>
              <a:rPr lang="en-US" dirty="0">
                <a:solidFill>
                  <a:prstClr val="black"/>
                </a:solidFill>
                <a:latin typeface="Calibri"/>
              </a:rPr>
              <a:t> Department values (20, 'HR');</a:t>
            </a:r>
          </a:p>
          <a:p>
            <a:pPr>
              <a:defRPr/>
            </a:pPr>
            <a:r>
              <a:rPr lang="en-US" b="1" dirty="0">
                <a:solidFill>
                  <a:prstClr val="black"/>
                </a:solidFill>
                <a:latin typeface="Calibri"/>
              </a:rPr>
              <a:t>Insert</a:t>
            </a:r>
            <a:r>
              <a:rPr lang="en-US" dirty="0">
                <a:solidFill>
                  <a:prstClr val="black"/>
                </a:solidFill>
                <a:latin typeface="Calibri"/>
              </a:rPr>
              <a:t> </a:t>
            </a:r>
            <a:r>
              <a:rPr lang="en-US" b="1" dirty="0">
                <a:solidFill>
                  <a:prstClr val="black"/>
                </a:solidFill>
                <a:latin typeface="Calibri"/>
              </a:rPr>
              <a:t>into</a:t>
            </a:r>
            <a:r>
              <a:rPr lang="en-US" dirty="0">
                <a:solidFill>
                  <a:prstClr val="black"/>
                </a:solidFill>
                <a:latin typeface="Calibri"/>
              </a:rPr>
              <a:t> Department values (30, 'INFRA');</a:t>
            </a:r>
          </a:p>
        </p:txBody>
      </p:sp>
      <p:sp>
        <p:nvSpPr>
          <p:cNvPr id="58371" name="สี่เหลี่ยมผืนผ้า 4">
            <a:extLst>
              <a:ext uri="{FF2B5EF4-FFF2-40B4-BE49-F238E27FC236}">
                <a16:creationId xmlns:a16="http://schemas.microsoft.com/office/drawing/2014/main" id="{65057B86-274B-3965-0C21-AB74560C9468}"/>
              </a:ext>
            </a:extLst>
          </p:cNvPr>
          <p:cNvSpPr>
            <a:spLocks noChangeArrowheads="1"/>
          </p:cNvSpPr>
          <p:nvPr/>
        </p:nvSpPr>
        <p:spPr bwMode="auto">
          <a:xfrm>
            <a:off x="1828800" y="2971800"/>
            <a:ext cx="8610600" cy="341630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dirty="0">
                <a:solidFill>
                  <a:srgbClr val="000000"/>
                </a:solidFill>
              </a:rPr>
              <a:t>CREATE</a:t>
            </a:r>
            <a:r>
              <a:rPr lang="en-US" altLang="en-US" sz="1800" dirty="0">
                <a:solidFill>
                  <a:srgbClr val="000000"/>
                </a:solidFill>
              </a:rPr>
              <a:t> </a:t>
            </a:r>
            <a:r>
              <a:rPr lang="en-US" altLang="en-US" sz="1800" b="1" dirty="0">
                <a:solidFill>
                  <a:srgbClr val="000000"/>
                </a:solidFill>
              </a:rPr>
              <a:t>TABLE</a:t>
            </a:r>
            <a:r>
              <a:rPr lang="en-US" altLang="en-US" sz="1800" dirty="0">
                <a:solidFill>
                  <a:srgbClr val="000000"/>
                </a:solidFill>
              </a:rPr>
              <a:t> Employees(</a:t>
            </a:r>
          </a:p>
          <a:p>
            <a:pPr eaLnBrk="1" hangingPunct="1">
              <a:spcBef>
                <a:spcPct val="0"/>
              </a:spcBef>
              <a:buFontTx/>
              <a:buNone/>
            </a:pPr>
            <a:r>
              <a:rPr lang="th-TH" altLang="en-US" sz="1800" dirty="0">
                <a:solidFill>
                  <a:srgbClr val="000000"/>
                </a:solidFill>
              </a:rPr>
              <a:t>    </a:t>
            </a:r>
            <a:r>
              <a:rPr lang="en-US" altLang="en-US" sz="1800" dirty="0">
                <a:solidFill>
                  <a:srgbClr val="000000"/>
                </a:solidFill>
              </a:rPr>
              <a:t>Id </a:t>
            </a:r>
            <a:r>
              <a:rPr lang="en-US" altLang="en-US" sz="1800" b="1" dirty="0">
                <a:solidFill>
                  <a:srgbClr val="000000"/>
                </a:solidFill>
              </a:rPr>
              <a:t>INT</a:t>
            </a:r>
            <a:r>
              <a:rPr lang="en-US" altLang="en-US" sz="1800" dirty="0">
                <a:solidFill>
                  <a:srgbClr val="000000"/>
                </a:solidFill>
              </a:rPr>
              <a:t> </a:t>
            </a:r>
            <a:r>
              <a:rPr lang="en-US" altLang="en-US" sz="1800" b="1" dirty="0">
                <a:solidFill>
                  <a:srgbClr val="000000"/>
                </a:solidFill>
              </a:rPr>
              <a:t>PRIMARY KEY</a:t>
            </a:r>
            <a:r>
              <a:rPr lang="en-US" altLang="en-US" sz="1800" dirty="0">
                <a:solidFill>
                  <a:srgbClr val="000000"/>
                </a:solidFill>
              </a:rPr>
              <a:t>,</a:t>
            </a:r>
          </a:p>
          <a:p>
            <a:pPr eaLnBrk="1" hangingPunct="1">
              <a:spcBef>
                <a:spcPct val="0"/>
              </a:spcBef>
              <a:buFontTx/>
              <a:buNone/>
            </a:pPr>
            <a:r>
              <a:rPr lang="th-TH" altLang="en-US" sz="1800" dirty="0">
                <a:solidFill>
                  <a:srgbClr val="000000"/>
                </a:solidFill>
              </a:rPr>
              <a:t>    </a:t>
            </a:r>
            <a:r>
              <a:rPr lang="en-US" altLang="en-US" sz="1800" dirty="0">
                <a:solidFill>
                  <a:srgbClr val="000000"/>
                </a:solidFill>
              </a:rPr>
              <a:t>Name </a:t>
            </a:r>
            <a:r>
              <a:rPr lang="en-US" altLang="en-US" sz="1800" b="1" dirty="0">
                <a:solidFill>
                  <a:srgbClr val="000000"/>
                </a:solidFill>
              </a:rPr>
              <a:t>VARCHAR</a:t>
            </a:r>
            <a:r>
              <a:rPr lang="en-US" altLang="en-US" sz="1800" dirty="0">
                <a:solidFill>
                  <a:srgbClr val="000000"/>
                </a:solidFill>
              </a:rPr>
              <a:t>(100) </a:t>
            </a:r>
            <a:r>
              <a:rPr lang="en-US" altLang="en-US" sz="1800" b="1" dirty="0">
                <a:solidFill>
                  <a:srgbClr val="000000"/>
                </a:solidFill>
              </a:rPr>
              <a:t>NOT NULL</a:t>
            </a:r>
            <a:r>
              <a:rPr lang="en-US" altLang="en-US" sz="1800" dirty="0">
                <a:solidFill>
                  <a:srgbClr val="000000"/>
                </a:solidFill>
              </a:rPr>
              <a:t>,</a:t>
            </a:r>
          </a:p>
          <a:p>
            <a:pPr eaLnBrk="1" hangingPunct="1">
              <a:spcBef>
                <a:spcPct val="0"/>
              </a:spcBef>
              <a:buFontTx/>
              <a:buNone/>
            </a:pPr>
            <a:r>
              <a:rPr lang="th-TH" altLang="en-US" sz="1800" dirty="0">
                <a:solidFill>
                  <a:srgbClr val="000000"/>
                </a:solidFill>
              </a:rPr>
              <a:t>    </a:t>
            </a:r>
            <a:r>
              <a:rPr lang="en-US" altLang="en-US" sz="1800" dirty="0" err="1">
                <a:solidFill>
                  <a:srgbClr val="000000"/>
                </a:solidFill>
              </a:rPr>
              <a:t>DepartmentID</a:t>
            </a:r>
            <a:r>
              <a:rPr lang="en-US" altLang="en-US" sz="1800" dirty="0">
                <a:solidFill>
                  <a:srgbClr val="000000"/>
                </a:solidFill>
              </a:rPr>
              <a:t> </a:t>
            </a:r>
            <a:r>
              <a:rPr lang="en-US" altLang="en-US" sz="1800" b="1" dirty="0">
                <a:solidFill>
                  <a:srgbClr val="000000"/>
                </a:solidFill>
              </a:rPr>
              <a:t>INT</a:t>
            </a:r>
            <a:endParaRPr lang="en-US" altLang="en-US" sz="1800" dirty="0">
              <a:solidFill>
                <a:srgbClr val="000000"/>
              </a:solidFill>
            </a:endParaRPr>
          </a:p>
          <a:p>
            <a:pPr eaLnBrk="1" hangingPunct="1">
              <a:spcBef>
                <a:spcPct val="0"/>
              </a:spcBef>
              <a:buFontTx/>
              <a:buNone/>
            </a:pPr>
            <a:r>
              <a:rPr lang="en-US" altLang="en-US" sz="1800" dirty="0">
                <a:solidFill>
                  <a:srgbClr val="000000"/>
                </a:solidFill>
              </a:rPr>
              <a:t>) </a:t>
            </a:r>
            <a:r>
              <a:rPr lang="en-US" altLang="en-US" sz="1800" dirty="0">
                <a:solidFill>
                  <a:srgbClr val="FF0000"/>
                </a:solidFill>
              </a:rPr>
              <a:t>ENGINE=INNODB;</a:t>
            </a:r>
          </a:p>
          <a:p>
            <a:pPr eaLnBrk="1" hangingPunct="1">
              <a:spcBef>
                <a:spcPct val="0"/>
              </a:spcBef>
              <a:buFontTx/>
              <a:buNone/>
            </a:pPr>
            <a:r>
              <a:rPr lang="en-US" altLang="en-US" sz="1800" dirty="0">
                <a:solidFill>
                  <a:srgbClr val="000000"/>
                </a:solidFill>
              </a:rPr>
              <a:t>-- Adding the Foreign Key Constraint</a:t>
            </a:r>
          </a:p>
          <a:p>
            <a:pPr eaLnBrk="1" hangingPunct="1">
              <a:spcBef>
                <a:spcPct val="0"/>
              </a:spcBef>
              <a:buFontTx/>
              <a:buNone/>
            </a:pPr>
            <a:r>
              <a:rPr lang="en-US" altLang="en-US" sz="1800" b="1" dirty="0">
                <a:solidFill>
                  <a:srgbClr val="000000"/>
                </a:solidFill>
              </a:rPr>
              <a:t>ALTER</a:t>
            </a:r>
            <a:r>
              <a:rPr lang="en-US" altLang="en-US" sz="1800" dirty="0">
                <a:solidFill>
                  <a:srgbClr val="000000"/>
                </a:solidFill>
              </a:rPr>
              <a:t> </a:t>
            </a:r>
            <a:r>
              <a:rPr lang="en-US" altLang="en-US" sz="1800" b="1" dirty="0">
                <a:solidFill>
                  <a:srgbClr val="000000"/>
                </a:solidFill>
              </a:rPr>
              <a:t>TABLE</a:t>
            </a:r>
            <a:r>
              <a:rPr lang="en-US" altLang="en-US" sz="1800" dirty="0">
                <a:solidFill>
                  <a:srgbClr val="000000"/>
                </a:solidFill>
              </a:rPr>
              <a:t> Employees </a:t>
            </a:r>
            <a:r>
              <a:rPr lang="en-US" altLang="en-US" sz="1800" b="1" dirty="0">
                <a:solidFill>
                  <a:srgbClr val="FF0000"/>
                </a:solidFill>
              </a:rPr>
              <a:t>ADD</a:t>
            </a:r>
            <a:r>
              <a:rPr lang="en-US" altLang="en-US" sz="1800" dirty="0">
                <a:solidFill>
                  <a:srgbClr val="FF0000"/>
                </a:solidFill>
              </a:rPr>
              <a:t> </a:t>
            </a:r>
            <a:r>
              <a:rPr lang="en-US" altLang="en-US" sz="1800" b="1" dirty="0">
                <a:solidFill>
                  <a:srgbClr val="FF0000"/>
                </a:solidFill>
              </a:rPr>
              <a:t>FOREIGN KEY</a:t>
            </a:r>
            <a:r>
              <a:rPr lang="en-US" altLang="en-US" sz="1800" dirty="0">
                <a:solidFill>
                  <a:srgbClr val="FF0000"/>
                </a:solidFill>
              </a:rPr>
              <a:t> (</a:t>
            </a:r>
            <a:r>
              <a:rPr lang="en-US" altLang="en-US" sz="1800" dirty="0" err="1">
                <a:solidFill>
                  <a:srgbClr val="FF0000"/>
                </a:solidFill>
              </a:rPr>
              <a:t>DepartmentId</a:t>
            </a:r>
            <a:r>
              <a:rPr lang="en-US" altLang="en-US" sz="1800" dirty="0">
                <a:solidFill>
                  <a:srgbClr val="FF0000"/>
                </a:solidFill>
              </a:rPr>
              <a:t>) </a:t>
            </a:r>
            <a:r>
              <a:rPr lang="en-US" altLang="en-US" sz="1800" b="1" dirty="0">
                <a:solidFill>
                  <a:srgbClr val="FF0000"/>
                </a:solidFill>
              </a:rPr>
              <a:t>REFERENCES</a:t>
            </a:r>
            <a:r>
              <a:rPr lang="en-US" altLang="en-US" sz="1800" dirty="0">
                <a:solidFill>
                  <a:srgbClr val="FF0000"/>
                </a:solidFill>
              </a:rPr>
              <a:t> Department(Id);</a:t>
            </a:r>
          </a:p>
          <a:p>
            <a:pPr eaLnBrk="1" hangingPunct="1">
              <a:spcBef>
                <a:spcPct val="0"/>
              </a:spcBef>
              <a:buFontTx/>
              <a:buNone/>
            </a:pPr>
            <a:r>
              <a:rPr lang="en-US" altLang="en-US" sz="1800" dirty="0">
                <a:solidFill>
                  <a:srgbClr val="000000"/>
                </a:solidFill>
              </a:rPr>
              <a:t>-- Insert some test data in Employees Table</a:t>
            </a:r>
          </a:p>
          <a:p>
            <a:pPr eaLnBrk="1" hangingPunct="1">
              <a:spcBef>
                <a:spcPct val="0"/>
              </a:spcBef>
              <a:buFontTx/>
              <a:buNone/>
            </a:pPr>
            <a:r>
              <a:rPr lang="en-US" altLang="en-US" sz="1800" b="1" dirty="0">
                <a:solidFill>
                  <a:srgbClr val="000000"/>
                </a:solidFill>
              </a:rPr>
              <a:t>INSERT</a:t>
            </a:r>
            <a:r>
              <a:rPr lang="en-US" altLang="en-US" sz="1800" dirty="0">
                <a:solidFill>
                  <a:srgbClr val="000000"/>
                </a:solidFill>
              </a:rPr>
              <a:t> </a:t>
            </a:r>
            <a:r>
              <a:rPr lang="en-US" altLang="en-US" sz="1800" b="1" dirty="0">
                <a:solidFill>
                  <a:srgbClr val="000000"/>
                </a:solidFill>
              </a:rPr>
              <a:t>into</a:t>
            </a:r>
            <a:r>
              <a:rPr lang="en-US" altLang="en-US" sz="1800" dirty="0">
                <a:solidFill>
                  <a:srgbClr val="000000"/>
                </a:solidFill>
              </a:rPr>
              <a:t> Employees </a:t>
            </a:r>
            <a:r>
              <a:rPr lang="en-US" altLang="en-US" sz="1800" b="1" dirty="0">
                <a:solidFill>
                  <a:srgbClr val="000000"/>
                </a:solidFill>
              </a:rPr>
              <a:t>VALUES</a:t>
            </a:r>
            <a:r>
              <a:rPr lang="en-US" altLang="en-US" sz="1800" dirty="0">
                <a:solidFill>
                  <a:srgbClr val="000000"/>
                </a:solidFill>
              </a:rPr>
              <a:t> (101, 'Anurag', 10); </a:t>
            </a:r>
          </a:p>
          <a:p>
            <a:pPr eaLnBrk="1" hangingPunct="1">
              <a:spcBef>
                <a:spcPct val="0"/>
              </a:spcBef>
              <a:buFontTx/>
              <a:buNone/>
            </a:pPr>
            <a:r>
              <a:rPr lang="en-US" altLang="en-US" sz="1800" b="1" dirty="0">
                <a:solidFill>
                  <a:srgbClr val="000000"/>
                </a:solidFill>
              </a:rPr>
              <a:t>INSERT</a:t>
            </a:r>
            <a:r>
              <a:rPr lang="en-US" altLang="en-US" sz="1800" dirty="0">
                <a:solidFill>
                  <a:srgbClr val="000000"/>
                </a:solidFill>
              </a:rPr>
              <a:t> </a:t>
            </a:r>
            <a:r>
              <a:rPr lang="en-US" altLang="en-US" sz="1800" b="1" dirty="0">
                <a:solidFill>
                  <a:srgbClr val="000000"/>
                </a:solidFill>
              </a:rPr>
              <a:t>into</a:t>
            </a:r>
            <a:r>
              <a:rPr lang="en-US" altLang="en-US" sz="1800" dirty="0">
                <a:solidFill>
                  <a:srgbClr val="000000"/>
                </a:solidFill>
              </a:rPr>
              <a:t> Employees </a:t>
            </a:r>
            <a:r>
              <a:rPr lang="en-US" altLang="en-US" sz="1800" b="1" dirty="0">
                <a:solidFill>
                  <a:srgbClr val="000000"/>
                </a:solidFill>
              </a:rPr>
              <a:t>VALUES</a:t>
            </a:r>
            <a:r>
              <a:rPr lang="en-US" altLang="en-US" sz="1800" dirty="0">
                <a:solidFill>
                  <a:srgbClr val="000000"/>
                </a:solidFill>
              </a:rPr>
              <a:t> (102, 'Pranaya', 20); </a:t>
            </a:r>
          </a:p>
          <a:p>
            <a:pPr eaLnBrk="1" hangingPunct="1">
              <a:spcBef>
                <a:spcPct val="0"/>
              </a:spcBef>
              <a:buFontTx/>
              <a:buNone/>
            </a:pPr>
            <a:r>
              <a:rPr lang="en-US" altLang="en-US" sz="1800" b="1" dirty="0">
                <a:solidFill>
                  <a:srgbClr val="000000"/>
                </a:solidFill>
              </a:rPr>
              <a:t>INSERT</a:t>
            </a:r>
            <a:r>
              <a:rPr lang="en-US" altLang="en-US" sz="1800" dirty="0">
                <a:solidFill>
                  <a:srgbClr val="000000"/>
                </a:solidFill>
              </a:rPr>
              <a:t> </a:t>
            </a:r>
            <a:r>
              <a:rPr lang="en-US" altLang="en-US" sz="1800" b="1" dirty="0">
                <a:solidFill>
                  <a:srgbClr val="000000"/>
                </a:solidFill>
              </a:rPr>
              <a:t>into</a:t>
            </a:r>
            <a:r>
              <a:rPr lang="en-US" altLang="en-US" sz="1800" dirty="0">
                <a:solidFill>
                  <a:srgbClr val="000000"/>
                </a:solidFill>
              </a:rPr>
              <a:t> Employees </a:t>
            </a:r>
            <a:r>
              <a:rPr lang="en-US" altLang="en-US" sz="1800" b="1" dirty="0">
                <a:solidFill>
                  <a:srgbClr val="000000"/>
                </a:solidFill>
              </a:rPr>
              <a:t>VALUES</a:t>
            </a:r>
            <a:r>
              <a:rPr lang="en-US" altLang="en-US" sz="1800" dirty="0">
                <a:solidFill>
                  <a:srgbClr val="000000"/>
                </a:solidFill>
              </a:rPr>
              <a:t> (103, 'Hina', 30);</a:t>
            </a:r>
          </a:p>
          <a:p>
            <a:pPr eaLnBrk="1" hangingPunct="1">
              <a:spcBef>
                <a:spcPct val="0"/>
              </a:spcBef>
              <a:buFontTx/>
              <a:buNone/>
            </a:pPr>
            <a:r>
              <a:rPr lang="en-US" altLang="en-US" sz="1800" b="1" dirty="0">
                <a:solidFill>
                  <a:srgbClr val="000000"/>
                </a:solidFill>
              </a:rPr>
              <a:t>INSERT into </a:t>
            </a:r>
            <a:r>
              <a:rPr lang="en-US" altLang="en-US" sz="1800" dirty="0">
                <a:solidFill>
                  <a:srgbClr val="000000"/>
                </a:solidFill>
              </a:rPr>
              <a:t>Employees</a:t>
            </a:r>
            <a:r>
              <a:rPr lang="en-US" altLang="en-US" sz="1800" b="1" dirty="0">
                <a:solidFill>
                  <a:srgbClr val="000000"/>
                </a:solidFill>
              </a:rPr>
              <a:t> VALUES </a:t>
            </a:r>
            <a:r>
              <a:rPr lang="en-US" altLang="en-US" sz="1800" dirty="0">
                <a:solidFill>
                  <a:srgbClr val="000000"/>
                </a:solidFill>
              </a:rPr>
              <a:t>(104, '</a:t>
            </a:r>
            <a:r>
              <a:rPr lang="en-US" altLang="en-US" sz="1800" dirty="0" err="1">
                <a:solidFill>
                  <a:srgbClr val="000000"/>
                </a:solidFill>
              </a:rPr>
              <a:t>apirak</a:t>
            </a:r>
            <a:r>
              <a:rPr lang="en-US" altLang="en-US" sz="1800" dirty="0">
                <a:solidFill>
                  <a:srgbClr val="000000"/>
                </a:solidFill>
              </a:rPr>
              <a:t>', 10); </a:t>
            </a:r>
          </a:p>
        </p:txBody>
      </p:sp>
      <p:sp>
        <p:nvSpPr>
          <p:cNvPr id="58372" name="สี่เหลี่ยมผืนผ้า 6">
            <a:extLst>
              <a:ext uri="{FF2B5EF4-FFF2-40B4-BE49-F238E27FC236}">
                <a16:creationId xmlns:a16="http://schemas.microsoft.com/office/drawing/2014/main" id="{52435D40-795C-3174-9ACA-9EA9BB99E80C}"/>
              </a:ext>
            </a:extLst>
          </p:cNvPr>
          <p:cNvSpPr>
            <a:spLocks noChangeArrowheads="1"/>
          </p:cNvSpPr>
          <p:nvPr/>
        </p:nvSpPr>
        <p:spPr bwMode="auto">
          <a:xfrm>
            <a:off x="6324601" y="381001"/>
            <a:ext cx="28352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000000"/>
                </a:solidFill>
              </a:rPr>
              <a:t>CREATE SCHEMA `empdep` ;</a:t>
            </a:r>
          </a:p>
          <a:p>
            <a:pPr eaLnBrk="1" hangingPunct="1">
              <a:spcBef>
                <a:spcPct val="0"/>
              </a:spcBef>
              <a:buFontTx/>
              <a:buNone/>
            </a:pPr>
            <a:r>
              <a:rPr lang="en-US" altLang="en-US" sz="1800">
                <a:solidFill>
                  <a:srgbClr val="000000"/>
                </a:solidFill>
              </a:rPr>
              <a:t>Use  empdep</a:t>
            </a:r>
          </a:p>
        </p:txBody>
      </p:sp>
      <p:sp>
        <p:nvSpPr>
          <p:cNvPr id="58373" name="สี่เหลี่ยมผืนผ้า 8">
            <a:extLst>
              <a:ext uri="{FF2B5EF4-FFF2-40B4-BE49-F238E27FC236}">
                <a16:creationId xmlns:a16="http://schemas.microsoft.com/office/drawing/2014/main" id="{2FFE6DA2-6A05-8BFF-72EB-847F1BDDA265}"/>
              </a:ext>
            </a:extLst>
          </p:cNvPr>
          <p:cNvSpPr>
            <a:spLocks noChangeArrowheads="1"/>
          </p:cNvSpPr>
          <p:nvPr/>
        </p:nvSpPr>
        <p:spPr bwMode="auto">
          <a:xfrm>
            <a:off x="9220200" y="315914"/>
            <a:ext cx="9604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FF0000"/>
                </a:solidFill>
              </a:rPr>
              <a:t>INNODB</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สี่เหลี่ยมผืนผ้า 3">
            <a:extLst>
              <a:ext uri="{FF2B5EF4-FFF2-40B4-BE49-F238E27FC236}">
                <a16:creationId xmlns:a16="http://schemas.microsoft.com/office/drawing/2014/main" id="{A799D246-D24E-86DF-AF8F-FCE2DFCDF2B9}"/>
              </a:ext>
            </a:extLst>
          </p:cNvPr>
          <p:cNvSpPr>
            <a:spLocks noChangeArrowheads="1"/>
          </p:cNvSpPr>
          <p:nvPr/>
        </p:nvSpPr>
        <p:spPr bwMode="auto">
          <a:xfrm>
            <a:off x="1905001" y="2438400"/>
            <a:ext cx="4259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FF0000"/>
                </a:solidFill>
              </a:rPr>
              <a:t>DELETE FROM </a:t>
            </a:r>
            <a:r>
              <a:rPr lang="en-US" altLang="en-US" sz="1800" b="1"/>
              <a:t>Department</a:t>
            </a:r>
            <a:r>
              <a:rPr lang="en-US" altLang="en-US" sz="1800" b="1">
                <a:solidFill>
                  <a:srgbClr val="FF0000"/>
                </a:solidFill>
              </a:rPr>
              <a:t> WHERE </a:t>
            </a:r>
            <a:r>
              <a:rPr lang="en-US" altLang="en-US" sz="1800" b="1"/>
              <a:t>Id = 10</a:t>
            </a:r>
            <a:r>
              <a:rPr lang="en-US" altLang="en-US" sz="1800" b="1">
                <a:solidFill>
                  <a:srgbClr val="FF0000"/>
                </a:solidFill>
              </a:rPr>
              <a:t>;</a:t>
            </a:r>
            <a:endParaRPr lang="en-US" altLang="en-US" sz="1800">
              <a:solidFill>
                <a:srgbClr val="FF0000"/>
              </a:solidFill>
            </a:endParaRPr>
          </a:p>
        </p:txBody>
      </p:sp>
      <p:pic>
        <p:nvPicPr>
          <p:cNvPr id="59395" name="Picture 2">
            <a:extLst>
              <a:ext uri="{FF2B5EF4-FFF2-40B4-BE49-F238E27FC236}">
                <a16:creationId xmlns:a16="http://schemas.microsoft.com/office/drawing/2014/main" id="{A33AC2A2-4FBD-B67C-3720-84FA01B976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3614" y="3986214"/>
            <a:ext cx="1919287" cy="193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3">
            <a:extLst>
              <a:ext uri="{FF2B5EF4-FFF2-40B4-BE49-F238E27FC236}">
                <a16:creationId xmlns:a16="http://schemas.microsoft.com/office/drawing/2014/main" id="{4E385932-CA4B-6B33-6CA4-E7867FDF82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8388" y="4035425"/>
            <a:ext cx="3886200" cy="195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สี่เหลี่ยมผืนผ้า 8">
            <a:extLst>
              <a:ext uri="{FF2B5EF4-FFF2-40B4-BE49-F238E27FC236}">
                <a16:creationId xmlns:a16="http://schemas.microsoft.com/office/drawing/2014/main" id="{27CF1B94-45D2-9DC7-A675-D522B8813CB9}"/>
              </a:ext>
            </a:extLst>
          </p:cNvPr>
          <p:cNvSpPr>
            <a:spLocks noChangeArrowheads="1"/>
          </p:cNvSpPr>
          <p:nvPr/>
        </p:nvSpPr>
        <p:spPr bwMode="auto">
          <a:xfrm>
            <a:off x="1828800" y="3048000"/>
            <a:ext cx="5029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FF0000"/>
                </a:solidFill>
              </a:rPr>
              <a:t> DELETE FROM </a:t>
            </a:r>
            <a:r>
              <a:rPr lang="en-US" altLang="en-US" sz="1800">
                <a:solidFill>
                  <a:srgbClr val="000000"/>
                </a:solidFill>
              </a:rPr>
              <a:t>Employees </a:t>
            </a:r>
            <a:r>
              <a:rPr lang="en-US" altLang="en-US" sz="1800" b="1">
                <a:solidFill>
                  <a:srgbClr val="FF0000"/>
                </a:solidFill>
              </a:rPr>
              <a:t>WHERE </a:t>
            </a:r>
            <a:r>
              <a:rPr lang="en-US" altLang="en-US" sz="1800" b="1"/>
              <a:t>Id = 102</a:t>
            </a:r>
            <a:r>
              <a:rPr lang="en-US" altLang="en-US" sz="1800" b="1">
                <a:solidFill>
                  <a:srgbClr val="FF0000"/>
                </a:solidFill>
              </a:rPr>
              <a:t>;  ??????</a:t>
            </a:r>
            <a:endParaRPr lang="en-US" altLang="en-US" sz="1800">
              <a:solidFill>
                <a:srgbClr val="FF0000"/>
              </a:solidFill>
            </a:endParaRPr>
          </a:p>
        </p:txBody>
      </p:sp>
      <p:sp>
        <p:nvSpPr>
          <p:cNvPr id="59398" name="TextBox 9">
            <a:extLst>
              <a:ext uri="{FF2B5EF4-FFF2-40B4-BE49-F238E27FC236}">
                <a16:creationId xmlns:a16="http://schemas.microsoft.com/office/drawing/2014/main" id="{FFA3A7B3-594A-0292-A4A0-157DCFE3763B}"/>
              </a:ext>
            </a:extLst>
          </p:cNvPr>
          <p:cNvSpPr txBox="1">
            <a:spLocks noChangeArrowheads="1"/>
          </p:cNvSpPr>
          <p:nvPr/>
        </p:nvSpPr>
        <p:spPr bwMode="auto">
          <a:xfrm>
            <a:off x="2628900" y="3692525"/>
            <a:ext cx="132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department</a:t>
            </a:r>
          </a:p>
        </p:txBody>
      </p:sp>
      <p:sp>
        <p:nvSpPr>
          <p:cNvPr id="59399" name="TextBox 10">
            <a:extLst>
              <a:ext uri="{FF2B5EF4-FFF2-40B4-BE49-F238E27FC236}">
                <a16:creationId xmlns:a16="http://schemas.microsoft.com/office/drawing/2014/main" id="{BF21C59D-7BB7-3360-AC4E-616E5C2823D0}"/>
              </a:ext>
            </a:extLst>
          </p:cNvPr>
          <p:cNvSpPr txBox="1">
            <a:spLocks noChangeArrowheads="1"/>
          </p:cNvSpPr>
          <p:nvPr/>
        </p:nvSpPr>
        <p:spPr bwMode="auto">
          <a:xfrm>
            <a:off x="6096001" y="3703639"/>
            <a:ext cx="12176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employees</a:t>
            </a:r>
          </a:p>
        </p:txBody>
      </p:sp>
      <p:sp>
        <p:nvSpPr>
          <p:cNvPr id="59400" name="TextBox 2">
            <a:extLst>
              <a:ext uri="{FF2B5EF4-FFF2-40B4-BE49-F238E27FC236}">
                <a16:creationId xmlns:a16="http://schemas.microsoft.com/office/drawing/2014/main" id="{159871EA-93C6-3ADB-EC57-FED14919FBEB}"/>
              </a:ext>
            </a:extLst>
          </p:cNvPr>
          <p:cNvSpPr txBox="1">
            <a:spLocks noChangeArrowheads="1"/>
          </p:cNvSpPr>
          <p:nvPr/>
        </p:nvSpPr>
        <p:spPr bwMode="auto">
          <a:xfrm>
            <a:off x="1905000" y="750888"/>
            <a:ext cx="83820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spcAft>
                <a:spcPts val="400"/>
              </a:spcAft>
              <a:buClr>
                <a:srgbClr val="0C7B9C"/>
              </a:buClr>
              <a:buSzPct val="70000"/>
              <a:buNone/>
            </a:pPr>
            <a:r>
              <a:rPr lang="en-US" altLang="en-US" sz="1600" b="1">
                <a:latin typeface="Arial" panose="020B0604020202020204" pitchFamily="34" charset="0"/>
              </a:rPr>
              <a:t>CASCADE:</a:t>
            </a:r>
            <a:r>
              <a:rPr lang="en-US" altLang="en-US" sz="1600">
                <a:latin typeface="Arial" panose="020B0604020202020204" pitchFamily="34" charset="0"/>
              </a:rPr>
              <a:t> If a user tries to delete the statement(s) which will affect the </a:t>
            </a:r>
            <a:r>
              <a:rPr lang="en-US" altLang="en-US" sz="1600">
                <a:solidFill>
                  <a:srgbClr val="FF0000"/>
                </a:solidFill>
                <a:latin typeface="Arial" panose="020B0604020202020204" pitchFamily="34" charset="0"/>
              </a:rPr>
              <a:t>rows in the foreign key table</a:t>
            </a:r>
            <a:r>
              <a:rPr lang="en-US" altLang="en-US" sz="1600">
                <a:latin typeface="Arial" panose="020B0604020202020204" pitchFamily="34" charset="0"/>
              </a:rPr>
              <a:t>, then </a:t>
            </a:r>
            <a:r>
              <a:rPr lang="en-US" altLang="en-US" sz="1600">
                <a:solidFill>
                  <a:srgbClr val="FF0000"/>
                </a:solidFill>
                <a:latin typeface="Arial" panose="020B0604020202020204" pitchFamily="34" charset="0"/>
              </a:rPr>
              <a:t>those rows will also be deleted when the primary key record is deleted</a:t>
            </a:r>
            <a:r>
              <a:rPr lang="en-US" altLang="en-US" sz="1600">
                <a:latin typeface="Arial" panose="020B0604020202020204" pitchFamily="34" charset="0"/>
              </a:rPr>
              <a:t>. Similarly, if an update statement affects rows in the foreign key table, then those rows will also be updated with the value from the primary key record after it has been updated.</a:t>
            </a:r>
          </a:p>
        </p:txBody>
      </p:sp>
      <p:pic>
        <p:nvPicPr>
          <p:cNvPr id="59401" name="Picture 1">
            <a:extLst>
              <a:ext uri="{FF2B5EF4-FFF2-40B4-BE49-F238E27FC236}">
                <a16:creationId xmlns:a16="http://schemas.microsoft.com/office/drawing/2014/main" id="{4D905851-42D2-419C-D1DE-D1AEE1151F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1000" y="1789113"/>
            <a:ext cx="39370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tar: 5 Points 2">
            <a:extLst>
              <a:ext uri="{FF2B5EF4-FFF2-40B4-BE49-F238E27FC236}">
                <a16:creationId xmlns:a16="http://schemas.microsoft.com/office/drawing/2014/main" id="{B1F2DAE2-0417-C065-738B-3DED7A0AD485}"/>
              </a:ext>
            </a:extLst>
          </p:cNvPr>
          <p:cNvSpPr/>
          <p:nvPr/>
        </p:nvSpPr>
        <p:spPr>
          <a:xfrm>
            <a:off x="422787" y="430750"/>
            <a:ext cx="1101213" cy="106188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สี่เหลี่ยมผืนผ้า 3">
            <a:extLst>
              <a:ext uri="{FF2B5EF4-FFF2-40B4-BE49-F238E27FC236}">
                <a16:creationId xmlns:a16="http://schemas.microsoft.com/office/drawing/2014/main" id="{4A6D831C-13EC-A03B-684E-8F020C000042}"/>
              </a:ext>
            </a:extLst>
          </p:cNvPr>
          <p:cNvSpPr>
            <a:spLocks noChangeArrowheads="1"/>
          </p:cNvSpPr>
          <p:nvPr/>
        </p:nvSpPr>
        <p:spPr bwMode="auto">
          <a:xfrm>
            <a:off x="1828800" y="1868488"/>
            <a:ext cx="7543800"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70C0"/>
                </a:solidFill>
              </a:rPr>
              <a:t>CREATE</a:t>
            </a:r>
            <a:r>
              <a:rPr lang="en-US" altLang="en-US" sz="1800">
                <a:solidFill>
                  <a:srgbClr val="0070C0"/>
                </a:solidFill>
              </a:rPr>
              <a:t> </a:t>
            </a:r>
            <a:r>
              <a:rPr lang="en-US" altLang="en-US" sz="1800" b="1">
                <a:solidFill>
                  <a:srgbClr val="0070C0"/>
                </a:solidFill>
              </a:rPr>
              <a:t>TABLE</a:t>
            </a:r>
            <a:r>
              <a:rPr lang="en-US" altLang="en-US" sz="1800">
                <a:solidFill>
                  <a:srgbClr val="0070C0"/>
                </a:solidFill>
              </a:rPr>
              <a:t> </a:t>
            </a:r>
            <a:r>
              <a:rPr lang="en-US" altLang="en-US" sz="1800">
                <a:solidFill>
                  <a:srgbClr val="000000"/>
                </a:solidFill>
              </a:rPr>
              <a:t>Employees(</a:t>
            </a:r>
          </a:p>
          <a:p>
            <a:pPr eaLnBrk="1" hangingPunct="1">
              <a:spcBef>
                <a:spcPct val="0"/>
              </a:spcBef>
              <a:buFontTx/>
              <a:buNone/>
            </a:pPr>
            <a:r>
              <a:rPr lang="th-TH" altLang="en-US" sz="1800">
                <a:solidFill>
                  <a:srgbClr val="000000"/>
                </a:solidFill>
              </a:rPr>
              <a:t>            </a:t>
            </a:r>
            <a:r>
              <a:rPr lang="en-US" altLang="en-US" sz="1800">
                <a:solidFill>
                  <a:srgbClr val="000000"/>
                </a:solidFill>
              </a:rPr>
              <a:t>Id </a:t>
            </a:r>
            <a:r>
              <a:rPr lang="en-US" altLang="en-US" sz="1800" b="1">
                <a:solidFill>
                  <a:srgbClr val="0070C0"/>
                </a:solidFill>
              </a:rPr>
              <a:t>INT</a:t>
            </a:r>
            <a:r>
              <a:rPr lang="en-US" altLang="en-US" sz="1800">
                <a:solidFill>
                  <a:srgbClr val="0070C0"/>
                </a:solidFill>
              </a:rPr>
              <a:t> </a:t>
            </a:r>
            <a:r>
              <a:rPr lang="en-US" altLang="en-US" sz="1800" b="1">
                <a:solidFill>
                  <a:srgbClr val="0070C0"/>
                </a:solidFill>
              </a:rPr>
              <a:t>PRIMARY KEY</a:t>
            </a:r>
            <a:r>
              <a:rPr lang="en-US" altLang="en-US" sz="1800">
                <a:solidFill>
                  <a:srgbClr val="000000"/>
                </a:solidFill>
              </a:rPr>
              <a:t>,</a:t>
            </a:r>
          </a:p>
          <a:p>
            <a:pPr eaLnBrk="1" hangingPunct="1">
              <a:spcBef>
                <a:spcPct val="0"/>
              </a:spcBef>
              <a:buFontTx/>
              <a:buNone/>
            </a:pPr>
            <a:r>
              <a:rPr lang="th-TH" altLang="en-US" sz="1800">
                <a:solidFill>
                  <a:srgbClr val="000000"/>
                </a:solidFill>
              </a:rPr>
              <a:t>           </a:t>
            </a:r>
            <a:r>
              <a:rPr lang="en-US" altLang="en-US" sz="1800">
                <a:solidFill>
                  <a:srgbClr val="000000"/>
                </a:solidFill>
              </a:rPr>
              <a:t>Name </a:t>
            </a:r>
            <a:r>
              <a:rPr lang="en-US" altLang="en-US" sz="1800" b="1">
                <a:solidFill>
                  <a:srgbClr val="0070C0"/>
                </a:solidFill>
              </a:rPr>
              <a:t>VARCHAR</a:t>
            </a:r>
            <a:r>
              <a:rPr lang="en-US" altLang="en-US" sz="1800">
                <a:solidFill>
                  <a:srgbClr val="0070C0"/>
                </a:solidFill>
              </a:rPr>
              <a:t>(100) </a:t>
            </a:r>
            <a:r>
              <a:rPr lang="en-US" altLang="en-US" sz="1800" b="1">
                <a:solidFill>
                  <a:srgbClr val="0070C0"/>
                </a:solidFill>
              </a:rPr>
              <a:t>NOT NULL</a:t>
            </a:r>
            <a:r>
              <a:rPr lang="en-US" altLang="en-US" sz="1800">
                <a:solidFill>
                  <a:srgbClr val="000000"/>
                </a:solidFill>
              </a:rPr>
              <a:t>,</a:t>
            </a:r>
          </a:p>
          <a:p>
            <a:pPr eaLnBrk="1" hangingPunct="1">
              <a:spcBef>
                <a:spcPct val="0"/>
              </a:spcBef>
              <a:buFontTx/>
              <a:buNone/>
            </a:pPr>
            <a:r>
              <a:rPr lang="th-TH" altLang="en-US" sz="1800">
                <a:solidFill>
                  <a:srgbClr val="000000"/>
                </a:solidFill>
              </a:rPr>
              <a:t>           </a:t>
            </a:r>
            <a:r>
              <a:rPr lang="en-US" altLang="en-US" sz="1800">
                <a:solidFill>
                  <a:srgbClr val="000000"/>
                </a:solidFill>
              </a:rPr>
              <a:t>DepartmentID </a:t>
            </a:r>
            <a:r>
              <a:rPr lang="en-US" altLang="en-US" sz="1800" b="1">
                <a:solidFill>
                  <a:srgbClr val="000000"/>
                </a:solidFill>
              </a:rPr>
              <a:t>INT</a:t>
            </a:r>
            <a:r>
              <a:rPr lang="en-US" altLang="en-US" sz="1800">
                <a:solidFill>
                  <a:srgbClr val="000000"/>
                </a:solidFill>
              </a:rPr>
              <a:t>,</a:t>
            </a:r>
          </a:p>
          <a:p>
            <a:pPr eaLnBrk="1" hangingPunct="1">
              <a:spcBef>
                <a:spcPct val="0"/>
              </a:spcBef>
              <a:buFontTx/>
              <a:buNone/>
            </a:pPr>
            <a:r>
              <a:rPr lang="th-TH" altLang="en-US" sz="1800" b="1">
                <a:solidFill>
                  <a:srgbClr val="0070C0"/>
                </a:solidFill>
              </a:rPr>
              <a:t>         </a:t>
            </a:r>
            <a:r>
              <a:rPr lang="en-US" altLang="en-US" sz="1800" b="1">
                <a:solidFill>
                  <a:srgbClr val="0070C0"/>
                </a:solidFill>
              </a:rPr>
              <a:t>FOREIGN KEY</a:t>
            </a:r>
            <a:r>
              <a:rPr lang="en-US" altLang="en-US" sz="1800">
                <a:solidFill>
                  <a:srgbClr val="0070C0"/>
                </a:solidFill>
              </a:rPr>
              <a:t> </a:t>
            </a:r>
            <a:r>
              <a:rPr lang="en-US" altLang="en-US" sz="1800">
                <a:solidFill>
                  <a:srgbClr val="000000"/>
                </a:solidFill>
              </a:rPr>
              <a:t>(DepartmentId) </a:t>
            </a:r>
            <a:r>
              <a:rPr lang="en-US" altLang="en-US" sz="1800" b="1">
                <a:solidFill>
                  <a:srgbClr val="0070C0"/>
                </a:solidFill>
              </a:rPr>
              <a:t>REFERENCES</a:t>
            </a:r>
            <a:r>
              <a:rPr lang="th-TH" altLang="en-US" sz="1800" b="1">
                <a:solidFill>
                  <a:srgbClr val="000000"/>
                </a:solidFill>
              </a:rPr>
              <a:t> </a:t>
            </a:r>
            <a:r>
              <a:rPr lang="en-US" altLang="en-US" sz="1800">
                <a:solidFill>
                  <a:srgbClr val="000000"/>
                </a:solidFill>
              </a:rPr>
              <a:t>Department(Id)</a:t>
            </a:r>
          </a:p>
          <a:p>
            <a:pPr eaLnBrk="1" hangingPunct="1">
              <a:spcBef>
                <a:spcPct val="0"/>
              </a:spcBef>
              <a:buFontTx/>
              <a:buNone/>
            </a:pPr>
            <a:r>
              <a:rPr lang="th-TH" altLang="en-US" sz="1800" b="1">
                <a:solidFill>
                  <a:srgbClr val="000000"/>
                </a:solidFill>
              </a:rPr>
              <a:t>         </a:t>
            </a:r>
            <a:r>
              <a:rPr lang="en-US" altLang="en-US" sz="1800" b="1">
                <a:solidFill>
                  <a:srgbClr val="0070C0"/>
                </a:solidFill>
              </a:rPr>
              <a:t>ON</a:t>
            </a:r>
            <a:r>
              <a:rPr lang="en-US" altLang="en-US" sz="1800">
                <a:solidFill>
                  <a:srgbClr val="0070C0"/>
                </a:solidFill>
              </a:rPr>
              <a:t> </a:t>
            </a:r>
            <a:r>
              <a:rPr lang="en-US" altLang="en-US" sz="1800" b="1">
                <a:solidFill>
                  <a:srgbClr val="0070C0"/>
                </a:solidFill>
              </a:rPr>
              <a:t>DELETE</a:t>
            </a:r>
            <a:r>
              <a:rPr lang="en-US" altLang="en-US" sz="1800">
                <a:solidFill>
                  <a:srgbClr val="0070C0"/>
                </a:solidFill>
              </a:rPr>
              <a:t> </a:t>
            </a:r>
            <a:r>
              <a:rPr lang="en-US" altLang="en-US" sz="1800" b="1">
                <a:solidFill>
                  <a:srgbClr val="0070C0"/>
                </a:solidFill>
              </a:rPr>
              <a:t>CASCADE</a:t>
            </a:r>
            <a:r>
              <a:rPr lang="en-US" altLang="en-US" sz="1800">
                <a:solidFill>
                  <a:srgbClr val="0070C0"/>
                </a:solidFill>
              </a:rPr>
              <a:t> </a:t>
            </a:r>
          </a:p>
          <a:p>
            <a:pPr eaLnBrk="1" hangingPunct="1">
              <a:spcBef>
                <a:spcPct val="0"/>
              </a:spcBef>
              <a:buFontTx/>
              <a:buNone/>
            </a:pPr>
            <a:r>
              <a:rPr lang="th-TH" altLang="en-US" sz="1800" b="1">
                <a:solidFill>
                  <a:srgbClr val="0070C0"/>
                </a:solidFill>
              </a:rPr>
              <a:t>         </a:t>
            </a:r>
            <a:r>
              <a:rPr lang="en-US" altLang="en-US" sz="1800" b="1">
                <a:solidFill>
                  <a:srgbClr val="0070C0"/>
                </a:solidFill>
              </a:rPr>
              <a:t>ON</a:t>
            </a:r>
            <a:r>
              <a:rPr lang="en-US" altLang="en-US" sz="1800">
                <a:solidFill>
                  <a:srgbClr val="0070C0"/>
                </a:solidFill>
              </a:rPr>
              <a:t> </a:t>
            </a:r>
            <a:r>
              <a:rPr lang="en-US" altLang="en-US" sz="1800" b="1">
                <a:solidFill>
                  <a:srgbClr val="0070C0"/>
                </a:solidFill>
              </a:rPr>
              <a:t>UPDATE</a:t>
            </a:r>
            <a:r>
              <a:rPr lang="en-US" altLang="en-US" sz="1800">
                <a:solidFill>
                  <a:srgbClr val="0070C0"/>
                </a:solidFill>
              </a:rPr>
              <a:t> </a:t>
            </a:r>
            <a:r>
              <a:rPr lang="en-US" altLang="en-US" sz="1800" b="1">
                <a:solidFill>
                  <a:srgbClr val="0070C0"/>
                </a:solidFill>
              </a:rPr>
              <a:t>CASCADE</a:t>
            </a:r>
            <a:endParaRPr lang="en-US" altLang="en-US" sz="1800">
              <a:solidFill>
                <a:srgbClr val="0070C0"/>
              </a:solidFill>
            </a:endParaRPr>
          </a:p>
          <a:p>
            <a:pPr eaLnBrk="1" hangingPunct="1">
              <a:spcBef>
                <a:spcPct val="0"/>
              </a:spcBef>
              <a:buFontTx/>
              <a:buNone/>
            </a:pPr>
            <a:r>
              <a:rPr lang="en-US" altLang="en-US" sz="1800">
                <a:solidFill>
                  <a:srgbClr val="000000"/>
                </a:solidFill>
              </a:rPr>
              <a:t>) ENGINE=INNODB;</a:t>
            </a:r>
          </a:p>
          <a:p>
            <a:pPr eaLnBrk="1" hangingPunct="1">
              <a:spcBef>
                <a:spcPct val="0"/>
              </a:spcBef>
              <a:buFontTx/>
              <a:buNone/>
            </a:pPr>
            <a:r>
              <a:rPr lang="en-US" altLang="en-US" sz="1800">
                <a:solidFill>
                  <a:srgbClr val="000000"/>
                </a:solidFill>
              </a:rPr>
              <a:t>-- Insert some test data in Employees Table</a:t>
            </a:r>
          </a:p>
          <a:p>
            <a:pPr eaLnBrk="1" hangingPunct="1">
              <a:spcBef>
                <a:spcPct val="0"/>
              </a:spcBef>
              <a:buFontTx/>
              <a:buNone/>
            </a:pPr>
            <a:r>
              <a:rPr lang="en-US" altLang="en-US" sz="1800" b="1">
                <a:solidFill>
                  <a:srgbClr val="000000"/>
                </a:solidFill>
              </a:rPr>
              <a:t>INSERT</a:t>
            </a:r>
            <a:r>
              <a:rPr lang="en-US" altLang="en-US" sz="1800">
                <a:solidFill>
                  <a:srgbClr val="000000"/>
                </a:solidFill>
              </a:rPr>
              <a:t> </a:t>
            </a:r>
            <a:r>
              <a:rPr lang="en-US" altLang="en-US" sz="1800" b="1">
                <a:solidFill>
                  <a:srgbClr val="000000"/>
                </a:solidFill>
              </a:rPr>
              <a:t>into</a:t>
            </a:r>
            <a:r>
              <a:rPr lang="en-US" altLang="en-US" sz="1800">
                <a:solidFill>
                  <a:srgbClr val="000000"/>
                </a:solidFill>
              </a:rPr>
              <a:t> Employees </a:t>
            </a:r>
            <a:r>
              <a:rPr lang="en-US" altLang="en-US" sz="1800" b="1">
                <a:solidFill>
                  <a:srgbClr val="000000"/>
                </a:solidFill>
              </a:rPr>
              <a:t>VALUES</a:t>
            </a:r>
            <a:r>
              <a:rPr lang="en-US" altLang="en-US" sz="1800">
                <a:solidFill>
                  <a:srgbClr val="000000"/>
                </a:solidFill>
              </a:rPr>
              <a:t> (101, 'Anurag', 10); </a:t>
            </a:r>
          </a:p>
          <a:p>
            <a:pPr eaLnBrk="1" hangingPunct="1">
              <a:spcBef>
                <a:spcPct val="0"/>
              </a:spcBef>
              <a:buFontTx/>
              <a:buNone/>
            </a:pPr>
            <a:r>
              <a:rPr lang="en-US" altLang="en-US" sz="1800" b="1">
                <a:solidFill>
                  <a:srgbClr val="000000"/>
                </a:solidFill>
              </a:rPr>
              <a:t>INSERT</a:t>
            </a:r>
            <a:r>
              <a:rPr lang="en-US" altLang="en-US" sz="1800">
                <a:solidFill>
                  <a:srgbClr val="000000"/>
                </a:solidFill>
              </a:rPr>
              <a:t> </a:t>
            </a:r>
            <a:r>
              <a:rPr lang="en-US" altLang="en-US" sz="1800" b="1">
                <a:solidFill>
                  <a:srgbClr val="000000"/>
                </a:solidFill>
              </a:rPr>
              <a:t>into</a:t>
            </a:r>
            <a:r>
              <a:rPr lang="en-US" altLang="en-US" sz="1800">
                <a:solidFill>
                  <a:srgbClr val="000000"/>
                </a:solidFill>
              </a:rPr>
              <a:t> Employees </a:t>
            </a:r>
            <a:r>
              <a:rPr lang="en-US" altLang="en-US" sz="1800" b="1">
                <a:solidFill>
                  <a:srgbClr val="000000"/>
                </a:solidFill>
              </a:rPr>
              <a:t>VALUES</a:t>
            </a:r>
            <a:r>
              <a:rPr lang="en-US" altLang="en-US" sz="1800">
                <a:solidFill>
                  <a:srgbClr val="000000"/>
                </a:solidFill>
              </a:rPr>
              <a:t> (102, 'Pranaya', 20); </a:t>
            </a:r>
          </a:p>
          <a:p>
            <a:pPr eaLnBrk="1" hangingPunct="1">
              <a:spcBef>
                <a:spcPct val="0"/>
              </a:spcBef>
              <a:buFontTx/>
              <a:buNone/>
            </a:pPr>
            <a:r>
              <a:rPr lang="en-US" altLang="en-US" sz="1800" b="1">
                <a:solidFill>
                  <a:srgbClr val="000000"/>
                </a:solidFill>
              </a:rPr>
              <a:t>INSERT</a:t>
            </a:r>
            <a:r>
              <a:rPr lang="en-US" altLang="en-US" sz="1800">
                <a:solidFill>
                  <a:srgbClr val="000000"/>
                </a:solidFill>
              </a:rPr>
              <a:t> </a:t>
            </a:r>
            <a:r>
              <a:rPr lang="en-US" altLang="en-US" sz="1800" b="1">
                <a:solidFill>
                  <a:srgbClr val="000000"/>
                </a:solidFill>
              </a:rPr>
              <a:t>into</a:t>
            </a:r>
            <a:r>
              <a:rPr lang="en-US" altLang="en-US" sz="1800">
                <a:solidFill>
                  <a:srgbClr val="000000"/>
                </a:solidFill>
              </a:rPr>
              <a:t> Employees </a:t>
            </a:r>
            <a:r>
              <a:rPr lang="en-US" altLang="en-US" sz="1800" b="1">
                <a:solidFill>
                  <a:srgbClr val="000000"/>
                </a:solidFill>
              </a:rPr>
              <a:t>VALUES</a:t>
            </a:r>
            <a:r>
              <a:rPr lang="en-US" altLang="en-US" sz="1800">
                <a:solidFill>
                  <a:srgbClr val="000000"/>
                </a:solidFill>
              </a:rPr>
              <a:t> (103, 'Hina', 30);</a:t>
            </a:r>
          </a:p>
          <a:p>
            <a:pPr eaLnBrk="1" hangingPunct="1">
              <a:spcBef>
                <a:spcPct val="0"/>
              </a:spcBef>
              <a:buFontTx/>
              <a:buNone/>
            </a:pPr>
            <a:r>
              <a:rPr lang="en-US" altLang="en-US" sz="1800" b="1">
                <a:solidFill>
                  <a:srgbClr val="000000"/>
                </a:solidFill>
              </a:rPr>
              <a:t>INSERT into </a:t>
            </a:r>
            <a:r>
              <a:rPr lang="en-US" altLang="en-US" sz="1800">
                <a:solidFill>
                  <a:srgbClr val="000000"/>
                </a:solidFill>
              </a:rPr>
              <a:t>Employees</a:t>
            </a:r>
            <a:r>
              <a:rPr lang="en-US" altLang="en-US" sz="1800" b="1">
                <a:solidFill>
                  <a:srgbClr val="000000"/>
                </a:solidFill>
              </a:rPr>
              <a:t> VALUES </a:t>
            </a:r>
            <a:r>
              <a:rPr lang="en-US" altLang="en-US" sz="1800">
                <a:solidFill>
                  <a:srgbClr val="000000"/>
                </a:solidFill>
              </a:rPr>
              <a:t>(104, 'apirak', 10); </a:t>
            </a:r>
          </a:p>
        </p:txBody>
      </p:sp>
      <p:sp>
        <p:nvSpPr>
          <p:cNvPr id="60419" name="สี่เหลี่ยมผืนผ้า 4">
            <a:extLst>
              <a:ext uri="{FF2B5EF4-FFF2-40B4-BE49-F238E27FC236}">
                <a16:creationId xmlns:a16="http://schemas.microsoft.com/office/drawing/2014/main" id="{66867539-32AB-D179-9C4D-53497D6AEB29}"/>
              </a:ext>
            </a:extLst>
          </p:cNvPr>
          <p:cNvSpPr>
            <a:spLocks noChangeArrowheads="1"/>
          </p:cNvSpPr>
          <p:nvPr/>
        </p:nvSpPr>
        <p:spPr bwMode="auto">
          <a:xfrm>
            <a:off x="5943600" y="130176"/>
            <a:ext cx="4572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CREATE</a:t>
            </a:r>
            <a:r>
              <a:rPr lang="en-US" altLang="en-US" sz="1800">
                <a:solidFill>
                  <a:srgbClr val="000000"/>
                </a:solidFill>
              </a:rPr>
              <a:t> </a:t>
            </a:r>
            <a:r>
              <a:rPr lang="en-US" altLang="en-US" sz="1800" b="1">
                <a:solidFill>
                  <a:srgbClr val="000000"/>
                </a:solidFill>
              </a:rPr>
              <a:t>TABLE</a:t>
            </a:r>
            <a:r>
              <a:rPr lang="en-US" altLang="en-US" sz="1800">
                <a:solidFill>
                  <a:srgbClr val="000000"/>
                </a:solidFill>
              </a:rPr>
              <a:t> Department( </a:t>
            </a:r>
          </a:p>
          <a:p>
            <a:pPr eaLnBrk="1" hangingPunct="1">
              <a:spcBef>
                <a:spcPct val="0"/>
              </a:spcBef>
              <a:buFontTx/>
              <a:buNone/>
            </a:pPr>
            <a:r>
              <a:rPr lang="th-TH" altLang="en-US" sz="1800">
                <a:solidFill>
                  <a:srgbClr val="000000"/>
                </a:solidFill>
              </a:rPr>
              <a:t>      </a:t>
            </a:r>
            <a:r>
              <a:rPr lang="en-US" altLang="en-US" sz="1800">
                <a:solidFill>
                  <a:srgbClr val="000000"/>
                </a:solidFill>
              </a:rPr>
              <a:t>Id </a:t>
            </a:r>
            <a:r>
              <a:rPr lang="en-US" altLang="en-US" sz="1800" b="1">
                <a:solidFill>
                  <a:srgbClr val="000000"/>
                </a:solidFill>
              </a:rPr>
              <a:t>INT</a:t>
            </a:r>
            <a:r>
              <a:rPr lang="en-US" altLang="en-US" sz="1800">
                <a:solidFill>
                  <a:srgbClr val="000000"/>
                </a:solidFill>
              </a:rPr>
              <a:t> </a:t>
            </a:r>
            <a:r>
              <a:rPr lang="en-US" altLang="en-US" sz="1800" b="1">
                <a:solidFill>
                  <a:srgbClr val="000000"/>
                </a:solidFill>
              </a:rPr>
              <a:t>PRIMARY KEY</a:t>
            </a:r>
            <a:r>
              <a:rPr lang="en-US" altLang="en-US" sz="1800">
                <a:solidFill>
                  <a:srgbClr val="000000"/>
                </a:solidFill>
              </a:rPr>
              <a:t>, </a:t>
            </a:r>
          </a:p>
          <a:p>
            <a:pPr eaLnBrk="1" hangingPunct="1">
              <a:spcBef>
                <a:spcPct val="0"/>
              </a:spcBef>
              <a:buFontTx/>
              <a:buNone/>
            </a:pPr>
            <a:r>
              <a:rPr lang="th-TH" altLang="en-US" sz="1800">
                <a:solidFill>
                  <a:srgbClr val="000000"/>
                </a:solidFill>
              </a:rPr>
              <a:t>     </a:t>
            </a:r>
            <a:r>
              <a:rPr lang="en-US" altLang="en-US" sz="1800">
                <a:solidFill>
                  <a:srgbClr val="000000"/>
                </a:solidFill>
              </a:rPr>
              <a:t>Name </a:t>
            </a:r>
            <a:r>
              <a:rPr lang="en-US" altLang="en-US" sz="1800" b="1">
                <a:solidFill>
                  <a:srgbClr val="000000"/>
                </a:solidFill>
              </a:rPr>
              <a:t>NVARCHAR</a:t>
            </a:r>
            <a:r>
              <a:rPr lang="en-US" altLang="en-US" sz="1800">
                <a:solidFill>
                  <a:srgbClr val="000000"/>
                </a:solidFill>
              </a:rPr>
              <a:t>(50) </a:t>
            </a:r>
          </a:p>
          <a:p>
            <a:pPr eaLnBrk="1" hangingPunct="1">
              <a:spcBef>
                <a:spcPct val="0"/>
              </a:spcBef>
              <a:buFontTx/>
              <a:buNone/>
            </a:pPr>
            <a:r>
              <a:rPr lang="en-US" altLang="en-US" sz="1800">
                <a:solidFill>
                  <a:srgbClr val="000000"/>
                </a:solidFill>
              </a:rPr>
              <a:t>) ENGINE=INNODB;</a:t>
            </a:r>
          </a:p>
          <a:p>
            <a:pPr eaLnBrk="1" hangingPunct="1">
              <a:spcBef>
                <a:spcPct val="0"/>
              </a:spcBef>
              <a:buFontTx/>
              <a:buNone/>
            </a:pPr>
            <a:r>
              <a:rPr lang="en-US" altLang="en-US" sz="1800">
                <a:solidFill>
                  <a:srgbClr val="000000"/>
                </a:solidFill>
              </a:rPr>
              <a:t>-- Insert some test data in Department Table</a:t>
            </a:r>
          </a:p>
          <a:p>
            <a:pPr eaLnBrk="1" hangingPunct="1">
              <a:spcBef>
                <a:spcPct val="0"/>
              </a:spcBef>
              <a:buFontTx/>
              <a:buNone/>
            </a:pPr>
            <a:r>
              <a:rPr lang="en-US" altLang="en-US" sz="1800" b="1">
                <a:solidFill>
                  <a:srgbClr val="000000"/>
                </a:solidFill>
              </a:rPr>
              <a:t>Insert</a:t>
            </a:r>
            <a:r>
              <a:rPr lang="en-US" altLang="en-US" sz="1800">
                <a:solidFill>
                  <a:srgbClr val="000000"/>
                </a:solidFill>
              </a:rPr>
              <a:t> </a:t>
            </a:r>
            <a:r>
              <a:rPr lang="en-US" altLang="en-US" sz="1800" b="1">
                <a:solidFill>
                  <a:srgbClr val="000000"/>
                </a:solidFill>
              </a:rPr>
              <a:t>into</a:t>
            </a:r>
            <a:r>
              <a:rPr lang="en-US" altLang="en-US" sz="1800">
                <a:solidFill>
                  <a:srgbClr val="000000"/>
                </a:solidFill>
              </a:rPr>
              <a:t> Department values (10, 'IT');</a:t>
            </a:r>
          </a:p>
          <a:p>
            <a:pPr eaLnBrk="1" hangingPunct="1">
              <a:spcBef>
                <a:spcPct val="0"/>
              </a:spcBef>
              <a:buFontTx/>
              <a:buNone/>
            </a:pPr>
            <a:r>
              <a:rPr lang="en-US" altLang="en-US" sz="1800" b="1">
                <a:solidFill>
                  <a:srgbClr val="000000"/>
                </a:solidFill>
              </a:rPr>
              <a:t>Insert</a:t>
            </a:r>
            <a:r>
              <a:rPr lang="en-US" altLang="en-US" sz="1800">
                <a:solidFill>
                  <a:srgbClr val="000000"/>
                </a:solidFill>
              </a:rPr>
              <a:t> </a:t>
            </a:r>
            <a:r>
              <a:rPr lang="en-US" altLang="en-US" sz="1800" b="1" u="sng">
                <a:solidFill>
                  <a:srgbClr val="000000"/>
                </a:solidFill>
              </a:rPr>
              <a:t>into</a:t>
            </a:r>
            <a:r>
              <a:rPr lang="en-US" altLang="en-US" sz="1800" u="sng">
                <a:solidFill>
                  <a:srgbClr val="000000"/>
                </a:solidFill>
              </a:rPr>
              <a:t> Department values (20, 'HR');</a:t>
            </a:r>
          </a:p>
          <a:p>
            <a:pPr eaLnBrk="1" hangingPunct="1">
              <a:spcBef>
                <a:spcPct val="0"/>
              </a:spcBef>
              <a:buFontTx/>
              <a:buNone/>
            </a:pPr>
            <a:r>
              <a:rPr lang="en-US" altLang="en-US" sz="1800" b="1" u="sng">
                <a:solidFill>
                  <a:srgbClr val="000000"/>
                </a:solidFill>
              </a:rPr>
              <a:t>Insert</a:t>
            </a:r>
            <a:r>
              <a:rPr lang="en-US" altLang="en-US" sz="1800" u="sng">
                <a:solidFill>
                  <a:srgbClr val="000000"/>
                </a:solidFill>
              </a:rPr>
              <a:t> </a:t>
            </a:r>
            <a:r>
              <a:rPr lang="en-US" altLang="en-US" sz="1800" b="1" u="sng">
                <a:solidFill>
                  <a:srgbClr val="000000"/>
                </a:solidFill>
              </a:rPr>
              <a:t>into</a:t>
            </a:r>
            <a:r>
              <a:rPr lang="en-US" altLang="en-US" sz="1800" u="sng">
                <a:solidFill>
                  <a:srgbClr val="000000"/>
                </a:solidFill>
              </a:rPr>
              <a:t> Department </a:t>
            </a:r>
            <a:r>
              <a:rPr lang="en-US" altLang="en-US" sz="1800">
                <a:solidFill>
                  <a:srgbClr val="000000"/>
                </a:solidFill>
              </a:rPr>
              <a:t>values (30, 'INFRA');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สี่เหลี่ยมผืนผ้า 3">
            <a:extLst>
              <a:ext uri="{FF2B5EF4-FFF2-40B4-BE49-F238E27FC236}">
                <a16:creationId xmlns:a16="http://schemas.microsoft.com/office/drawing/2014/main" id="{6335C90C-ED60-0817-A9F6-49E3F7ABF642}"/>
              </a:ext>
            </a:extLst>
          </p:cNvPr>
          <p:cNvSpPr>
            <a:spLocks noChangeArrowheads="1"/>
          </p:cNvSpPr>
          <p:nvPr/>
        </p:nvSpPr>
        <p:spPr bwMode="auto">
          <a:xfrm>
            <a:off x="1981200" y="2895601"/>
            <a:ext cx="4267200" cy="830263"/>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th-TH" altLang="en-US" sz="1600" b="1">
              <a:solidFill>
                <a:srgbClr val="0070C0"/>
              </a:solidFill>
            </a:endParaRPr>
          </a:p>
          <a:p>
            <a:pPr eaLnBrk="1" hangingPunct="1">
              <a:spcBef>
                <a:spcPct val="0"/>
              </a:spcBef>
              <a:buFontTx/>
              <a:buNone/>
            </a:pPr>
            <a:r>
              <a:rPr lang="en-US" altLang="en-US" sz="1600" b="1">
                <a:solidFill>
                  <a:srgbClr val="0070C0"/>
                </a:solidFill>
              </a:rPr>
              <a:t>UPDATE</a:t>
            </a:r>
            <a:r>
              <a:rPr lang="en-US" altLang="en-US" sz="1600" b="1">
                <a:solidFill>
                  <a:srgbClr val="000000"/>
                </a:solidFill>
              </a:rPr>
              <a:t> Department </a:t>
            </a:r>
            <a:r>
              <a:rPr lang="en-US" altLang="en-US" sz="1600" b="1">
                <a:solidFill>
                  <a:srgbClr val="0070C0"/>
                </a:solidFill>
              </a:rPr>
              <a:t>SET</a:t>
            </a:r>
            <a:r>
              <a:rPr lang="en-US" altLang="en-US" sz="1600" b="1">
                <a:solidFill>
                  <a:srgbClr val="000000"/>
                </a:solidFill>
              </a:rPr>
              <a:t> Id = 40 </a:t>
            </a:r>
            <a:r>
              <a:rPr lang="en-US" altLang="en-US" sz="1600" b="1">
                <a:solidFill>
                  <a:srgbClr val="0070C0"/>
                </a:solidFill>
              </a:rPr>
              <a:t>WHERE</a:t>
            </a:r>
            <a:r>
              <a:rPr lang="en-US" altLang="en-US" sz="1600" b="1">
                <a:solidFill>
                  <a:srgbClr val="000000"/>
                </a:solidFill>
              </a:rPr>
              <a:t> Id = 30</a:t>
            </a:r>
            <a:r>
              <a:rPr lang="th-TH" altLang="en-US" sz="1600" b="1">
                <a:solidFill>
                  <a:srgbClr val="000000"/>
                </a:solidFill>
              </a:rPr>
              <a:t> </a:t>
            </a:r>
            <a:r>
              <a:rPr lang="en-US" altLang="en-US" sz="1600" b="1">
                <a:solidFill>
                  <a:srgbClr val="000000"/>
                </a:solidFill>
              </a:rPr>
              <a:t>;</a:t>
            </a:r>
            <a:endParaRPr lang="th-TH" altLang="en-US" sz="1600" b="1">
              <a:solidFill>
                <a:srgbClr val="000000"/>
              </a:solidFill>
            </a:endParaRPr>
          </a:p>
          <a:p>
            <a:pPr eaLnBrk="1" hangingPunct="1">
              <a:spcBef>
                <a:spcPct val="0"/>
              </a:spcBef>
              <a:buFontTx/>
              <a:buNone/>
            </a:pPr>
            <a:endParaRPr lang="en-US" altLang="en-US" sz="1600">
              <a:solidFill>
                <a:srgbClr val="000000"/>
              </a:solidFill>
            </a:endParaRPr>
          </a:p>
        </p:txBody>
      </p:sp>
      <p:pic>
        <p:nvPicPr>
          <p:cNvPr id="62467" name="Picture 2">
            <a:extLst>
              <a:ext uri="{FF2B5EF4-FFF2-40B4-BE49-F238E27FC236}">
                <a16:creationId xmlns:a16="http://schemas.microsoft.com/office/drawing/2014/main" id="{14A02EB9-B3FB-59C9-FE29-F1574280B2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946525"/>
            <a:ext cx="266700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8" name="Picture 3">
            <a:extLst>
              <a:ext uri="{FF2B5EF4-FFF2-40B4-BE49-F238E27FC236}">
                <a16:creationId xmlns:a16="http://schemas.microsoft.com/office/drawing/2014/main" id="{1321A2FB-9432-875B-61EF-41F1C7413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1" y="3962400"/>
            <a:ext cx="4830763"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9" name="Picture 2">
            <a:extLst>
              <a:ext uri="{FF2B5EF4-FFF2-40B4-BE49-F238E27FC236}">
                <a16:creationId xmlns:a16="http://schemas.microsoft.com/office/drawing/2014/main" id="{003C3A1B-A7FE-A5D1-0F1E-FFE8685481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381001"/>
            <a:ext cx="22098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0" name="Picture 3">
            <a:extLst>
              <a:ext uri="{FF2B5EF4-FFF2-40B4-BE49-F238E27FC236}">
                <a16:creationId xmlns:a16="http://schemas.microsoft.com/office/drawing/2014/main" id="{5B3EE95C-1825-3B0C-C427-BC5FE274F7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381000"/>
            <a:ext cx="45529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สี่เหลี่ยมผืนผ้า 9">
            <a:extLst>
              <a:ext uri="{FF2B5EF4-FFF2-40B4-BE49-F238E27FC236}">
                <a16:creationId xmlns:a16="http://schemas.microsoft.com/office/drawing/2014/main" id="{AF4907D3-62B4-9DA9-B3BB-BC383C2FAB7F}"/>
              </a:ext>
            </a:extLst>
          </p:cNvPr>
          <p:cNvSpPr/>
          <p:nvPr/>
        </p:nvSpPr>
        <p:spPr>
          <a:xfrm>
            <a:off x="1905000" y="228600"/>
            <a:ext cx="8229600" cy="2514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11" name="ลูกศรลง 10">
            <a:extLst>
              <a:ext uri="{FF2B5EF4-FFF2-40B4-BE49-F238E27FC236}">
                <a16:creationId xmlns:a16="http://schemas.microsoft.com/office/drawing/2014/main" id="{9C5BB841-89F7-D164-1ADC-012FDF23939A}"/>
              </a:ext>
            </a:extLst>
          </p:cNvPr>
          <p:cNvSpPr/>
          <p:nvPr/>
        </p:nvSpPr>
        <p:spPr>
          <a:xfrm>
            <a:off x="6553200" y="2819400"/>
            <a:ext cx="304800" cy="838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62473" name="TextBox 8">
            <a:extLst>
              <a:ext uri="{FF2B5EF4-FFF2-40B4-BE49-F238E27FC236}">
                <a16:creationId xmlns:a16="http://schemas.microsoft.com/office/drawing/2014/main" id="{469B8426-5C08-77A5-F09B-A5683830F73F}"/>
              </a:ext>
            </a:extLst>
          </p:cNvPr>
          <p:cNvSpPr txBox="1">
            <a:spLocks noChangeArrowheads="1"/>
          </p:cNvSpPr>
          <p:nvPr/>
        </p:nvSpPr>
        <p:spPr bwMode="auto">
          <a:xfrm>
            <a:off x="2895600" y="3886200"/>
            <a:ext cx="132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department</a:t>
            </a:r>
          </a:p>
        </p:txBody>
      </p:sp>
      <p:sp>
        <p:nvSpPr>
          <p:cNvPr id="62474" name="TextBox 11">
            <a:extLst>
              <a:ext uri="{FF2B5EF4-FFF2-40B4-BE49-F238E27FC236}">
                <a16:creationId xmlns:a16="http://schemas.microsoft.com/office/drawing/2014/main" id="{F3D8743C-FC2E-A9B4-05F1-C72F0C60A25D}"/>
              </a:ext>
            </a:extLst>
          </p:cNvPr>
          <p:cNvSpPr txBox="1">
            <a:spLocks noChangeArrowheads="1"/>
          </p:cNvSpPr>
          <p:nvPr/>
        </p:nvSpPr>
        <p:spPr bwMode="auto">
          <a:xfrm>
            <a:off x="2819400" y="381000"/>
            <a:ext cx="132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department</a:t>
            </a:r>
          </a:p>
        </p:txBody>
      </p:sp>
      <p:sp>
        <p:nvSpPr>
          <p:cNvPr id="62475" name="TextBox 12">
            <a:extLst>
              <a:ext uri="{FF2B5EF4-FFF2-40B4-BE49-F238E27FC236}">
                <a16:creationId xmlns:a16="http://schemas.microsoft.com/office/drawing/2014/main" id="{84BC5F28-5ACB-C3ED-30C6-70A479FB121C}"/>
              </a:ext>
            </a:extLst>
          </p:cNvPr>
          <p:cNvSpPr txBox="1">
            <a:spLocks noChangeArrowheads="1"/>
          </p:cNvSpPr>
          <p:nvPr/>
        </p:nvSpPr>
        <p:spPr bwMode="auto">
          <a:xfrm>
            <a:off x="7240588" y="3886200"/>
            <a:ext cx="12176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employees</a:t>
            </a:r>
          </a:p>
        </p:txBody>
      </p:sp>
      <p:sp>
        <p:nvSpPr>
          <p:cNvPr id="62476" name="TextBox 13">
            <a:extLst>
              <a:ext uri="{FF2B5EF4-FFF2-40B4-BE49-F238E27FC236}">
                <a16:creationId xmlns:a16="http://schemas.microsoft.com/office/drawing/2014/main" id="{94E8F401-A039-60D6-C89A-B44E354F0DC5}"/>
              </a:ext>
            </a:extLst>
          </p:cNvPr>
          <p:cNvSpPr txBox="1">
            <a:spLocks noChangeArrowheads="1"/>
          </p:cNvSpPr>
          <p:nvPr/>
        </p:nvSpPr>
        <p:spPr bwMode="auto">
          <a:xfrm>
            <a:off x="7162801" y="381000"/>
            <a:ext cx="1217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employees</a:t>
            </a:r>
          </a:p>
        </p:txBody>
      </p:sp>
      <p:sp>
        <p:nvSpPr>
          <p:cNvPr id="2" name="Oval 1">
            <a:extLst>
              <a:ext uri="{FF2B5EF4-FFF2-40B4-BE49-F238E27FC236}">
                <a16:creationId xmlns:a16="http://schemas.microsoft.com/office/drawing/2014/main" id="{ABD9A28A-DB3F-95FD-D42C-9F3EEE421091}"/>
              </a:ext>
            </a:extLst>
          </p:cNvPr>
          <p:cNvSpPr/>
          <p:nvPr/>
        </p:nvSpPr>
        <p:spPr>
          <a:xfrm>
            <a:off x="8153400" y="5410200"/>
            <a:ext cx="8382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Oval 2">
            <a:extLst>
              <a:ext uri="{FF2B5EF4-FFF2-40B4-BE49-F238E27FC236}">
                <a16:creationId xmlns:a16="http://schemas.microsoft.com/office/drawing/2014/main" id="{4C9F84B7-A1D3-F10B-2593-8BAA84A95602}"/>
              </a:ext>
            </a:extLst>
          </p:cNvPr>
          <p:cNvSpPr/>
          <p:nvPr/>
        </p:nvSpPr>
        <p:spPr>
          <a:xfrm>
            <a:off x="2286000" y="1752600"/>
            <a:ext cx="838200" cy="6096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Oval 3">
            <a:extLst>
              <a:ext uri="{FF2B5EF4-FFF2-40B4-BE49-F238E27FC236}">
                <a16:creationId xmlns:a16="http://schemas.microsoft.com/office/drawing/2014/main" id="{B66D0BA5-7CFC-B202-E555-DFF8070ABB83}"/>
              </a:ext>
            </a:extLst>
          </p:cNvPr>
          <p:cNvSpPr/>
          <p:nvPr/>
        </p:nvSpPr>
        <p:spPr>
          <a:xfrm>
            <a:off x="2286000" y="5486400"/>
            <a:ext cx="8382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Oval 4">
            <a:extLst>
              <a:ext uri="{FF2B5EF4-FFF2-40B4-BE49-F238E27FC236}">
                <a16:creationId xmlns:a16="http://schemas.microsoft.com/office/drawing/2014/main" id="{2E27B21E-0602-D710-0328-5DCC0CAFEE57}"/>
              </a:ext>
            </a:extLst>
          </p:cNvPr>
          <p:cNvSpPr/>
          <p:nvPr/>
        </p:nvSpPr>
        <p:spPr>
          <a:xfrm>
            <a:off x="7620000" y="1720850"/>
            <a:ext cx="838200" cy="6096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a:extLst>
              <a:ext uri="{FF2B5EF4-FFF2-40B4-BE49-F238E27FC236}">
                <a16:creationId xmlns:a16="http://schemas.microsoft.com/office/drawing/2014/main" id="{A0E93317-94E3-7985-9BC3-F506FB23EB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4838" y="136525"/>
            <a:ext cx="266700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1" name="Picture 3">
            <a:extLst>
              <a:ext uri="{FF2B5EF4-FFF2-40B4-BE49-F238E27FC236}">
                <a16:creationId xmlns:a16="http://schemas.microsoft.com/office/drawing/2014/main" id="{000570AF-E331-8EF2-D682-AE09ABECC0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6238" y="152400"/>
            <a:ext cx="4830762"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2" name="สี่เหลี่ยมผืนผ้า 5">
            <a:extLst>
              <a:ext uri="{FF2B5EF4-FFF2-40B4-BE49-F238E27FC236}">
                <a16:creationId xmlns:a16="http://schemas.microsoft.com/office/drawing/2014/main" id="{48F80B2F-1446-5B29-1982-C825DF53192F}"/>
              </a:ext>
            </a:extLst>
          </p:cNvPr>
          <p:cNvSpPr>
            <a:spLocks noChangeArrowheads="1"/>
          </p:cNvSpPr>
          <p:nvPr/>
        </p:nvSpPr>
        <p:spPr bwMode="auto">
          <a:xfrm>
            <a:off x="5257800" y="2590801"/>
            <a:ext cx="4953000" cy="923925"/>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th-TH" altLang="en-US" sz="1800" b="1">
              <a:solidFill>
                <a:srgbClr val="0070C0"/>
              </a:solidFill>
            </a:endParaRPr>
          </a:p>
          <a:p>
            <a:pPr eaLnBrk="1" hangingPunct="1">
              <a:spcBef>
                <a:spcPct val="0"/>
              </a:spcBef>
              <a:buFontTx/>
              <a:buNone/>
            </a:pPr>
            <a:r>
              <a:rPr lang="en-US" altLang="en-US" sz="1800" b="1">
                <a:solidFill>
                  <a:srgbClr val="0070C0"/>
                </a:solidFill>
              </a:rPr>
              <a:t>   DELETE FROM  </a:t>
            </a:r>
            <a:r>
              <a:rPr lang="en-US" altLang="en-US" sz="1800" b="1">
                <a:solidFill>
                  <a:srgbClr val="000000"/>
                </a:solidFill>
              </a:rPr>
              <a:t>employees</a:t>
            </a:r>
            <a:r>
              <a:rPr lang="en-US" altLang="en-US" sz="1800" b="1">
                <a:solidFill>
                  <a:srgbClr val="0070C0"/>
                </a:solidFill>
              </a:rPr>
              <a:t> WHERE </a:t>
            </a:r>
            <a:r>
              <a:rPr lang="en-US" altLang="en-US" sz="1800" b="1">
                <a:solidFill>
                  <a:srgbClr val="000000"/>
                </a:solidFill>
              </a:rPr>
              <a:t>Id = 102 </a:t>
            </a:r>
            <a:r>
              <a:rPr lang="en-US" altLang="en-US" sz="1800" b="1">
                <a:solidFill>
                  <a:srgbClr val="0070C0"/>
                </a:solidFill>
              </a:rPr>
              <a:t>;</a:t>
            </a:r>
          </a:p>
          <a:p>
            <a:pPr eaLnBrk="1" hangingPunct="1">
              <a:spcBef>
                <a:spcPct val="0"/>
              </a:spcBef>
              <a:buFontTx/>
              <a:buNone/>
            </a:pPr>
            <a:endParaRPr lang="en-US" altLang="en-US" sz="1800">
              <a:solidFill>
                <a:srgbClr val="000000"/>
              </a:solidFill>
            </a:endParaRPr>
          </a:p>
        </p:txBody>
      </p:sp>
      <p:sp>
        <p:nvSpPr>
          <p:cNvPr id="7" name="ลูกศรลง 6">
            <a:extLst>
              <a:ext uri="{FF2B5EF4-FFF2-40B4-BE49-F238E27FC236}">
                <a16:creationId xmlns:a16="http://schemas.microsoft.com/office/drawing/2014/main" id="{5D35D3C4-24F7-9784-60DB-74C43EDD2715}"/>
              </a:ext>
            </a:extLst>
          </p:cNvPr>
          <p:cNvSpPr/>
          <p:nvPr/>
        </p:nvSpPr>
        <p:spPr>
          <a:xfrm>
            <a:off x="4724400" y="2743200"/>
            <a:ext cx="304800" cy="838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pic>
        <p:nvPicPr>
          <p:cNvPr id="63494" name="Picture 2">
            <a:extLst>
              <a:ext uri="{FF2B5EF4-FFF2-40B4-BE49-F238E27FC236}">
                <a16:creationId xmlns:a16="http://schemas.microsoft.com/office/drawing/2014/main" id="{C1F764A0-2E57-12F4-AE33-2FD4D574DB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3962400"/>
            <a:ext cx="481965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5" name="Picture 2">
            <a:extLst>
              <a:ext uri="{FF2B5EF4-FFF2-40B4-BE49-F238E27FC236}">
                <a16:creationId xmlns:a16="http://schemas.microsoft.com/office/drawing/2014/main" id="{04E6821E-3AC2-D4BE-0CAE-7A95B6B975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962400"/>
            <a:ext cx="266700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6" name="TextBox 7">
            <a:extLst>
              <a:ext uri="{FF2B5EF4-FFF2-40B4-BE49-F238E27FC236}">
                <a16:creationId xmlns:a16="http://schemas.microsoft.com/office/drawing/2014/main" id="{6EA61AF9-BA9C-37BC-07CD-AE96D9EADE46}"/>
              </a:ext>
            </a:extLst>
          </p:cNvPr>
          <p:cNvSpPr txBox="1">
            <a:spLocks noChangeArrowheads="1"/>
          </p:cNvSpPr>
          <p:nvPr/>
        </p:nvSpPr>
        <p:spPr bwMode="auto">
          <a:xfrm>
            <a:off x="7240588" y="3657600"/>
            <a:ext cx="12176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employees</a:t>
            </a:r>
          </a:p>
        </p:txBody>
      </p:sp>
      <p:sp>
        <p:nvSpPr>
          <p:cNvPr id="63497" name="TextBox 9">
            <a:extLst>
              <a:ext uri="{FF2B5EF4-FFF2-40B4-BE49-F238E27FC236}">
                <a16:creationId xmlns:a16="http://schemas.microsoft.com/office/drawing/2014/main" id="{54781CE5-2D1E-1EAF-BA60-2545D9D634E8}"/>
              </a:ext>
            </a:extLst>
          </p:cNvPr>
          <p:cNvSpPr txBox="1">
            <a:spLocks noChangeArrowheads="1"/>
          </p:cNvSpPr>
          <p:nvPr/>
        </p:nvSpPr>
        <p:spPr bwMode="auto">
          <a:xfrm>
            <a:off x="7392988" y="76200"/>
            <a:ext cx="12176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employees</a:t>
            </a:r>
          </a:p>
        </p:txBody>
      </p:sp>
      <p:sp>
        <p:nvSpPr>
          <p:cNvPr id="63498" name="TextBox 10">
            <a:extLst>
              <a:ext uri="{FF2B5EF4-FFF2-40B4-BE49-F238E27FC236}">
                <a16:creationId xmlns:a16="http://schemas.microsoft.com/office/drawing/2014/main" id="{69B1EB48-FB7B-481B-6918-62921DE8AD21}"/>
              </a:ext>
            </a:extLst>
          </p:cNvPr>
          <p:cNvSpPr txBox="1">
            <a:spLocks noChangeArrowheads="1"/>
          </p:cNvSpPr>
          <p:nvPr/>
        </p:nvSpPr>
        <p:spPr bwMode="auto">
          <a:xfrm>
            <a:off x="2895600" y="3886200"/>
            <a:ext cx="132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department</a:t>
            </a:r>
          </a:p>
        </p:txBody>
      </p:sp>
      <p:sp>
        <p:nvSpPr>
          <p:cNvPr id="63499" name="TextBox 11">
            <a:extLst>
              <a:ext uri="{FF2B5EF4-FFF2-40B4-BE49-F238E27FC236}">
                <a16:creationId xmlns:a16="http://schemas.microsoft.com/office/drawing/2014/main" id="{CF2B118D-3D3A-D2D9-448F-73D415381766}"/>
              </a:ext>
            </a:extLst>
          </p:cNvPr>
          <p:cNvSpPr txBox="1">
            <a:spLocks noChangeArrowheads="1"/>
          </p:cNvSpPr>
          <p:nvPr/>
        </p:nvSpPr>
        <p:spPr bwMode="auto">
          <a:xfrm>
            <a:off x="2819400" y="87314"/>
            <a:ext cx="1327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department</a:t>
            </a:r>
          </a:p>
        </p:txBody>
      </p:sp>
      <p:sp>
        <p:nvSpPr>
          <p:cNvPr id="2" name="Rectangle 1">
            <a:extLst>
              <a:ext uri="{FF2B5EF4-FFF2-40B4-BE49-F238E27FC236}">
                <a16:creationId xmlns:a16="http://schemas.microsoft.com/office/drawing/2014/main" id="{C49B07FD-470D-9779-4B4E-B93F33B350EF}"/>
              </a:ext>
            </a:extLst>
          </p:cNvPr>
          <p:cNvSpPr/>
          <p:nvPr/>
        </p:nvSpPr>
        <p:spPr>
          <a:xfrm>
            <a:off x="5456238" y="1143000"/>
            <a:ext cx="4449762" cy="533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Oval 2">
            <a:extLst>
              <a:ext uri="{FF2B5EF4-FFF2-40B4-BE49-F238E27FC236}">
                <a16:creationId xmlns:a16="http://schemas.microsoft.com/office/drawing/2014/main" id="{A70D3C3E-6351-7614-EA0C-9E766C89132E}"/>
              </a:ext>
            </a:extLst>
          </p:cNvPr>
          <p:cNvSpPr/>
          <p:nvPr/>
        </p:nvSpPr>
        <p:spPr>
          <a:xfrm>
            <a:off x="2438400" y="1382714"/>
            <a:ext cx="457200" cy="36988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Oval 3">
            <a:extLst>
              <a:ext uri="{FF2B5EF4-FFF2-40B4-BE49-F238E27FC236}">
                <a16:creationId xmlns:a16="http://schemas.microsoft.com/office/drawing/2014/main" id="{F9392360-18EE-21DE-DD58-855CB9458B04}"/>
              </a:ext>
            </a:extLst>
          </p:cNvPr>
          <p:cNvSpPr/>
          <p:nvPr/>
        </p:nvSpPr>
        <p:spPr>
          <a:xfrm>
            <a:off x="2514600" y="5181600"/>
            <a:ext cx="457200" cy="3698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3503" name="TextBox 5">
            <a:extLst>
              <a:ext uri="{FF2B5EF4-FFF2-40B4-BE49-F238E27FC236}">
                <a16:creationId xmlns:a16="http://schemas.microsoft.com/office/drawing/2014/main" id="{F7B7150F-5C7C-3985-AE5E-2DDDD70EDDC8}"/>
              </a:ext>
            </a:extLst>
          </p:cNvPr>
          <p:cNvSpPr txBox="1">
            <a:spLocks noChangeArrowheads="1"/>
          </p:cNvSpPr>
          <p:nvPr/>
        </p:nvSpPr>
        <p:spPr bwMode="auto">
          <a:xfrm>
            <a:off x="1600201" y="2935288"/>
            <a:ext cx="31226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DELETE FROM  department WHERE Id = 20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สี่เหลี่ยมผืนผ้า 3">
            <a:extLst>
              <a:ext uri="{FF2B5EF4-FFF2-40B4-BE49-F238E27FC236}">
                <a16:creationId xmlns:a16="http://schemas.microsoft.com/office/drawing/2014/main" id="{DC8BBE61-50CD-F616-6A85-8AEBEC639E4E}"/>
              </a:ext>
            </a:extLst>
          </p:cNvPr>
          <p:cNvSpPr>
            <a:spLocks noChangeArrowheads="1"/>
          </p:cNvSpPr>
          <p:nvPr/>
        </p:nvSpPr>
        <p:spPr bwMode="auto">
          <a:xfrm>
            <a:off x="1981200" y="147638"/>
            <a:ext cx="807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solidFill>
                  <a:srgbClr val="FF0000"/>
                </a:solidFill>
              </a:rPr>
              <a:t>SET NULL Referential Integrity Constraints in MySQL</a:t>
            </a:r>
            <a:endParaRPr lang="en-US" altLang="en-US" sz="2400">
              <a:solidFill>
                <a:srgbClr val="FF0000"/>
              </a:solidFill>
            </a:endParaRPr>
          </a:p>
        </p:txBody>
      </p:sp>
      <p:sp>
        <p:nvSpPr>
          <p:cNvPr id="65539" name="สี่เหลี่ยมผืนผ้า 4">
            <a:extLst>
              <a:ext uri="{FF2B5EF4-FFF2-40B4-BE49-F238E27FC236}">
                <a16:creationId xmlns:a16="http://schemas.microsoft.com/office/drawing/2014/main" id="{A0EB735D-ED3B-AA32-1EE5-788A7FC53449}"/>
              </a:ext>
            </a:extLst>
          </p:cNvPr>
          <p:cNvSpPr>
            <a:spLocks noChangeArrowheads="1"/>
          </p:cNvSpPr>
          <p:nvPr/>
        </p:nvSpPr>
        <p:spPr bwMode="auto">
          <a:xfrm>
            <a:off x="1981200" y="685801"/>
            <a:ext cx="8077200" cy="23082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70C0"/>
                </a:solidFill>
              </a:rPr>
              <a:t>CREATE TABLE </a:t>
            </a:r>
            <a:r>
              <a:rPr lang="en-US" altLang="en-US" sz="1800">
                <a:solidFill>
                  <a:srgbClr val="000000"/>
                </a:solidFill>
              </a:rPr>
              <a:t>Department(     Id   </a:t>
            </a:r>
            <a:r>
              <a:rPr lang="en-US" altLang="en-US" sz="1800" b="1">
                <a:solidFill>
                  <a:srgbClr val="0070C0"/>
                </a:solidFill>
              </a:rPr>
              <a:t>INT PRIMARY KEY</a:t>
            </a:r>
            <a:r>
              <a:rPr lang="en-US" altLang="en-US" sz="1800">
                <a:solidFill>
                  <a:srgbClr val="000000"/>
                </a:solidFill>
              </a:rPr>
              <a:t>,     </a:t>
            </a:r>
            <a:r>
              <a:rPr lang="en-US" altLang="en-US" sz="1800" b="1">
                <a:solidFill>
                  <a:srgbClr val="0070C0"/>
                </a:solidFill>
              </a:rPr>
              <a:t>Name NVARCHAR(50) </a:t>
            </a:r>
            <a:r>
              <a:rPr lang="en-US" altLang="en-US" sz="1800">
                <a:solidFill>
                  <a:srgbClr val="000000"/>
                </a:solidFill>
              </a:rPr>
              <a:t>)</a:t>
            </a:r>
          </a:p>
          <a:p>
            <a:pPr eaLnBrk="1" hangingPunct="1">
              <a:spcBef>
                <a:spcPct val="0"/>
              </a:spcBef>
              <a:buFontTx/>
              <a:buNone/>
            </a:pPr>
            <a:r>
              <a:rPr lang="en-US" altLang="en-US" sz="1800">
                <a:solidFill>
                  <a:srgbClr val="000000"/>
                </a:solidFill>
              </a:rPr>
              <a:t>ENGINE=INNODB;</a:t>
            </a:r>
            <a:endParaRPr lang="th-TH" altLang="en-US" sz="1800">
              <a:solidFill>
                <a:srgbClr val="000000"/>
              </a:solidFill>
            </a:endParaRPr>
          </a:p>
          <a:p>
            <a:pPr eaLnBrk="1" hangingPunct="1">
              <a:spcBef>
                <a:spcPct val="0"/>
              </a:spcBef>
              <a:buFontTx/>
              <a:buNone/>
            </a:pPr>
            <a:endParaRPr lang="th-TH" altLang="en-US" sz="1800">
              <a:solidFill>
                <a:srgbClr val="000000"/>
              </a:solidFill>
            </a:endParaRPr>
          </a:p>
          <a:p>
            <a:pPr eaLnBrk="1" hangingPunct="1">
              <a:spcBef>
                <a:spcPct val="0"/>
              </a:spcBef>
              <a:buFontTx/>
              <a:buNone/>
            </a:pPr>
            <a:r>
              <a:rPr lang="en-US" altLang="en-US" sz="1800">
                <a:solidFill>
                  <a:srgbClr val="000000"/>
                </a:solidFill>
              </a:rPr>
              <a:t>-- Insert some test data in Department Table</a:t>
            </a:r>
            <a:endParaRPr lang="th-TH" altLang="en-US" sz="1800">
              <a:solidFill>
                <a:srgbClr val="000000"/>
              </a:solidFill>
            </a:endParaRPr>
          </a:p>
          <a:p>
            <a:pPr eaLnBrk="1" hangingPunct="1">
              <a:spcBef>
                <a:spcPct val="0"/>
              </a:spcBef>
              <a:buFontTx/>
              <a:buNone/>
            </a:pPr>
            <a:r>
              <a:rPr lang="en-US" altLang="en-US" sz="1800" b="1">
                <a:solidFill>
                  <a:srgbClr val="0070C0"/>
                </a:solidFill>
              </a:rPr>
              <a:t>Insert </a:t>
            </a:r>
            <a:r>
              <a:rPr lang="th-TH" altLang="en-US" sz="1800" b="1">
                <a:solidFill>
                  <a:srgbClr val="0070C0"/>
                </a:solidFill>
              </a:rPr>
              <a:t>  </a:t>
            </a:r>
            <a:r>
              <a:rPr lang="en-US" altLang="en-US" sz="1800" b="1">
                <a:solidFill>
                  <a:srgbClr val="0070C0"/>
                </a:solidFill>
              </a:rPr>
              <a:t>into </a:t>
            </a:r>
            <a:r>
              <a:rPr lang="th-TH" altLang="en-US" sz="1800" b="1">
                <a:solidFill>
                  <a:srgbClr val="0070C0"/>
                </a:solidFill>
              </a:rPr>
              <a:t>  </a:t>
            </a:r>
            <a:r>
              <a:rPr lang="en-US" altLang="en-US" sz="1800">
                <a:solidFill>
                  <a:srgbClr val="000000"/>
                </a:solidFill>
              </a:rPr>
              <a:t>Department values (10, 'IT');</a:t>
            </a:r>
            <a:endParaRPr lang="th-TH" altLang="en-US" sz="1800">
              <a:solidFill>
                <a:srgbClr val="000000"/>
              </a:solidFill>
            </a:endParaRPr>
          </a:p>
          <a:p>
            <a:pPr eaLnBrk="1" hangingPunct="1">
              <a:spcBef>
                <a:spcPct val="0"/>
              </a:spcBef>
              <a:buFontTx/>
              <a:buNone/>
            </a:pPr>
            <a:r>
              <a:rPr lang="en-US" altLang="en-US" sz="1800" b="1">
                <a:solidFill>
                  <a:srgbClr val="0070C0"/>
                </a:solidFill>
              </a:rPr>
              <a:t>Insert </a:t>
            </a:r>
            <a:r>
              <a:rPr lang="th-TH" altLang="en-US" sz="1800" b="1">
                <a:solidFill>
                  <a:srgbClr val="0070C0"/>
                </a:solidFill>
              </a:rPr>
              <a:t>  </a:t>
            </a:r>
            <a:r>
              <a:rPr lang="en-US" altLang="en-US" sz="1800" b="1">
                <a:solidFill>
                  <a:srgbClr val="0070C0"/>
                </a:solidFill>
              </a:rPr>
              <a:t>into </a:t>
            </a:r>
            <a:r>
              <a:rPr lang="th-TH" altLang="en-US" sz="1800" b="1">
                <a:solidFill>
                  <a:srgbClr val="0070C0"/>
                </a:solidFill>
              </a:rPr>
              <a:t>  </a:t>
            </a:r>
            <a:r>
              <a:rPr lang="en-US" altLang="en-US" sz="1800">
                <a:solidFill>
                  <a:srgbClr val="000000"/>
                </a:solidFill>
              </a:rPr>
              <a:t>Department values (20, 'HR');</a:t>
            </a:r>
            <a:endParaRPr lang="th-TH" altLang="en-US" sz="1800">
              <a:solidFill>
                <a:srgbClr val="000000"/>
              </a:solidFill>
            </a:endParaRPr>
          </a:p>
          <a:p>
            <a:pPr eaLnBrk="1" hangingPunct="1">
              <a:spcBef>
                <a:spcPct val="0"/>
              </a:spcBef>
              <a:buFontTx/>
              <a:buNone/>
            </a:pPr>
            <a:r>
              <a:rPr lang="en-US" altLang="en-US" sz="1800" b="1">
                <a:solidFill>
                  <a:srgbClr val="0070C0"/>
                </a:solidFill>
              </a:rPr>
              <a:t>Insert </a:t>
            </a:r>
            <a:r>
              <a:rPr lang="th-TH" altLang="en-US" sz="1800" b="1">
                <a:solidFill>
                  <a:srgbClr val="0070C0"/>
                </a:solidFill>
              </a:rPr>
              <a:t>  </a:t>
            </a:r>
            <a:r>
              <a:rPr lang="en-US" altLang="en-US" sz="1800" b="1">
                <a:solidFill>
                  <a:srgbClr val="0070C0"/>
                </a:solidFill>
              </a:rPr>
              <a:t>into </a:t>
            </a:r>
            <a:r>
              <a:rPr lang="th-TH" altLang="en-US" sz="1800" b="1">
                <a:solidFill>
                  <a:srgbClr val="0070C0"/>
                </a:solidFill>
              </a:rPr>
              <a:t>  </a:t>
            </a:r>
            <a:r>
              <a:rPr lang="en-US" altLang="en-US" sz="1800">
                <a:solidFill>
                  <a:srgbClr val="000000"/>
                </a:solidFill>
              </a:rPr>
              <a:t>Department values (30, 'INFRA');</a:t>
            </a:r>
            <a:endParaRPr lang="th-TH" altLang="en-US" sz="1800">
              <a:solidFill>
                <a:srgbClr val="000000"/>
              </a:solidFill>
            </a:endParaRPr>
          </a:p>
          <a:p>
            <a:pPr eaLnBrk="1" hangingPunct="1">
              <a:spcBef>
                <a:spcPct val="0"/>
              </a:spcBef>
              <a:buFontTx/>
              <a:buNone/>
            </a:pPr>
            <a:endParaRPr lang="en-US" altLang="en-US" sz="1800">
              <a:solidFill>
                <a:srgbClr val="000000"/>
              </a:solidFill>
            </a:endParaRPr>
          </a:p>
        </p:txBody>
      </p:sp>
      <p:sp>
        <p:nvSpPr>
          <p:cNvPr id="6" name="TextBox 5">
            <a:extLst>
              <a:ext uri="{FF2B5EF4-FFF2-40B4-BE49-F238E27FC236}">
                <a16:creationId xmlns:a16="http://schemas.microsoft.com/office/drawing/2014/main" id="{FC6213FD-5060-8F4F-9A1F-1370094D3262}"/>
              </a:ext>
            </a:extLst>
          </p:cNvPr>
          <p:cNvSpPr txBox="1"/>
          <p:nvPr/>
        </p:nvSpPr>
        <p:spPr>
          <a:xfrm>
            <a:off x="1905000" y="2797175"/>
            <a:ext cx="8153400" cy="3970338"/>
          </a:xfrm>
          <a:prstGeom prst="rect">
            <a:avLst/>
          </a:prstGeom>
          <a:solidFill>
            <a:schemeClr val="accent1">
              <a:lumMod val="20000"/>
              <a:lumOff val="80000"/>
            </a:schemeClr>
          </a:solidFill>
        </p:spPr>
        <p:txBody>
          <a:bodyPr>
            <a:spAutoFit/>
          </a:bodyPr>
          <a:lstStyle/>
          <a:p>
            <a:pPr>
              <a:defRPr/>
            </a:pPr>
            <a:r>
              <a:rPr lang="en-US" b="1" dirty="0">
                <a:solidFill>
                  <a:srgbClr val="0070C0"/>
                </a:solidFill>
                <a:latin typeface="Calibri"/>
              </a:rPr>
              <a:t>CREATE</a:t>
            </a:r>
            <a:r>
              <a:rPr lang="en-US" dirty="0">
                <a:solidFill>
                  <a:srgbClr val="0070C0"/>
                </a:solidFill>
                <a:latin typeface="Calibri"/>
              </a:rPr>
              <a:t> </a:t>
            </a:r>
            <a:r>
              <a:rPr lang="en-US" b="1" dirty="0">
                <a:solidFill>
                  <a:srgbClr val="0070C0"/>
                </a:solidFill>
                <a:latin typeface="Calibri"/>
              </a:rPr>
              <a:t>TABLE</a:t>
            </a:r>
            <a:r>
              <a:rPr lang="en-US" dirty="0">
                <a:solidFill>
                  <a:srgbClr val="0070C0"/>
                </a:solidFill>
                <a:latin typeface="Calibri"/>
              </a:rPr>
              <a:t> </a:t>
            </a:r>
            <a:r>
              <a:rPr lang="en-US" dirty="0">
                <a:solidFill>
                  <a:prstClr val="black"/>
                </a:solidFill>
                <a:latin typeface="Calibri"/>
              </a:rPr>
              <a:t>Employees(</a:t>
            </a:r>
          </a:p>
          <a:p>
            <a:pPr>
              <a:defRPr/>
            </a:pPr>
            <a:r>
              <a:rPr lang="th-TH" dirty="0">
                <a:solidFill>
                  <a:prstClr val="black"/>
                </a:solidFill>
                <a:latin typeface="Calibri"/>
              </a:rPr>
              <a:t>          </a:t>
            </a:r>
            <a:r>
              <a:rPr lang="en-US" dirty="0">
                <a:solidFill>
                  <a:prstClr val="black"/>
                </a:solidFill>
                <a:latin typeface="Calibri"/>
              </a:rPr>
              <a:t>Id </a:t>
            </a:r>
            <a:r>
              <a:rPr lang="en-US" b="1" dirty="0">
                <a:solidFill>
                  <a:srgbClr val="0070C0"/>
                </a:solidFill>
                <a:latin typeface="Calibri"/>
              </a:rPr>
              <a:t>INT</a:t>
            </a:r>
            <a:r>
              <a:rPr lang="en-US" dirty="0">
                <a:solidFill>
                  <a:srgbClr val="0070C0"/>
                </a:solidFill>
                <a:latin typeface="Calibri"/>
              </a:rPr>
              <a:t> </a:t>
            </a:r>
            <a:r>
              <a:rPr lang="en-US" b="1" dirty="0">
                <a:solidFill>
                  <a:srgbClr val="0070C0"/>
                </a:solidFill>
                <a:latin typeface="Calibri"/>
              </a:rPr>
              <a:t>PRIMARY KEY</a:t>
            </a:r>
            <a:r>
              <a:rPr lang="en-US" dirty="0">
                <a:solidFill>
                  <a:prstClr val="black"/>
                </a:solidFill>
                <a:latin typeface="Calibri"/>
              </a:rPr>
              <a:t>,</a:t>
            </a:r>
          </a:p>
          <a:p>
            <a:pPr>
              <a:defRPr/>
            </a:pPr>
            <a:r>
              <a:rPr lang="th-TH" dirty="0">
                <a:solidFill>
                  <a:prstClr val="black"/>
                </a:solidFill>
                <a:latin typeface="Calibri"/>
              </a:rPr>
              <a:t>          </a:t>
            </a:r>
            <a:r>
              <a:rPr lang="en-US" dirty="0">
                <a:solidFill>
                  <a:prstClr val="black"/>
                </a:solidFill>
                <a:latin typeface="Calibri"/>
              </a:rPr>
              <a:t>Name </a:t>
            </a:r>
            <a:r>
              <a:rPr lang="en-US" b="1" dirty="0">
                <a:solidFill>
                  <a:srgbClr val="0070C0"/>
                </a:solidFill>
                <a:latin typeface="Calibri"/>
              </a:rPr>
              <a:t>VARCHAR</a:t>
            </a:r>
            <a:r>
              <a:rPr lang="en-US" dirty="0">
                <a:solidFill>
                  <a:srgbClr val="0070C0"/>
                </a:solidFill>
                <a:latin typeface="Calibri"/>
              </a:rPr>
              <a:t>(100) </a:t>
            </a:r>
            <a:r>
              <a:rPr lang="en-US" b="1" dirty="0">
                <a:solidFill>
                  <a:srgbClr val="0070C0"/>
                </a:solidFill>
                <a:latin typeface="Calibri"/>
              </a:rPr>
              <a:t>NOT NULL</a:t>
            </a:r>
            <a:r>
              <a:rPr lang="en-US" dirty="0">
                <a:solidFill>
                  <a:prstClr val="black"/>
                </a:solidFill>
                <a:latin typeface="Calibri"/>
              </a:rPr>
              <a:t>,</a:t>
            </a:r>
          </a:p>
          <a:p>
            <a:pPr>
              <a:defRPr/>
            </a:pPr>
            <a:r>
              <a:rPr lang="th-TH" dirty="0">
                <a:solidFill>
                  <a:prstClr val="black"/>
                </a:solidFill>
                <a:latin typeface="Calibri"/>
              </a:rPr>
              <a:t>          </a:t>
            </a:r>
            <a:r>
              <a:rPr lang="en-US" dirty="0" err="1">
                <a:solidFill>
                  <a:prstClr val="black"/>
                </a:solidFill>
                <a:latin typeface="Calibri"/>
              </a:rPr>
              <a:t>DepartmentID</a:t>
            </a:r>
            <a:r>
              <a:rPr lang="en-US" dirty="0">
                <a:solidFill>
                  <a:prstClr val="black"/>
                </a:solidFill>
                <a:latin typeface="Calibri"/>
              </a:rPr>
              <a:t> </a:t>
            </a:r>
            <a:r>
              <a:rPr lang="en-US" b="1" dirty="0">
                <a:solidFill>
                  <a:srgbClr val="0070C0"/>
                </a:solidFill>
                <a:latin typeface="Calibri"/>
              </a:rPr>
              <a:t>INT</a:t>
            </a:r>
            <a:r>
              <a:rPr lang="en-US" dirty="0">
                <a:solidFill>
                  <a:prstClr val="black"/>
                </a:solidFill>
                <a:latin typeface="Calibri"/>
              </a:rPr>
              <a:t>,</a:t>
            </a:r>
          </a:p>
          <a:p>
            <a:pPr>
              <a:defRPr/>
            </a:pPr>
            <a:r>
              <a:rPr lang="th-TH" b="1" dirty="0">
                <a:solidFill>
                  <a:prstClr val="black"/>
                </a:solidFill>
                <a:latin typeface="Calibri"/>
              </a:rPr>
              <a:t>        </a:t>
            </a:r>
            <a:r>
              <a:rPr lang="en-US" b="1" dirty="0">
                <a:solidFill>
                  <a:srgbClr val="0070C0"/>
                </a:solidFill>
                <a:latin typeface="Calibri"/>
              </a:rPr>
              <a:t>FOREIGN KEY</a:t>
            </a:r>
            <a:r>
              <a:rPr lang="en-US" dirty="0">
                <a:solidFill>
                  <a:srgbClr val="0070C0"/>
                </a:solidFill>
                <a:latin typeface="Calibri"/>
              </a:rPr>
              <a:t> </a:t>
            </a:r>
            <a:r>
              <a:rPr lang="en-US" dirty="0">
                <a:solidFill>
                  <a:prstClr val="black"/>
                </a:solidFill>
                <a:latin typeface="Calibri"/>
              </a:rPr>
              <a:t>(</a:t>
            </a:r>
            <a:r>
              <a:rPr lang="en-US" dirty="0" err="1">
                <a:solidFill>
                  <a:prstClr val="black"/>
                </a:solidFill>
                <a:latin typeface="Calibri"/>
              </a:rPr>
              <a:t>DepartmentId</a:t>
            </a:r>
            <a:r>
              <a:rPr lang="en-US" dirty="0">
                <a:solidFill>
                  <a:prstClr val="black"/>
                </a:solidFill>
                <a:latin typeface="Calibri"/>
              </a:rPr>
              <a:t>) </a:t>
            </a:r>
            <a:r>
              <a:rPr lang="en-US" b="1" dirty="0">
                <a:solidFill>
                  <a:srgbClr val="0070C0"/>
                </a:solidFill>
                <a:latin typeface="Calibri"/>
              </a:rPr>
              <a:t>REFERENCES</a:t>
            </a:r>
            <a:r>
              <a:rPr lang="en-US" dirty="0">
                <a:solidFill>
                  <a:prstClr val="black"/>
                </a:solidFill>
                <a:latin typeface="Calibri"/>
              </a:rPr>
              <a:t> Department(Id)</a:t>
            </a:r>
          </a:p>
          <a:p>
            <a:pPr>
              <a:defRPr/>
            </a:pPr>
            <a:r>
              <a:rPr lang="th-TH" b="1" dirty="0">
                <a:solidFill>
                  <a:prstClr val="black"/>
                </a:solidFill>
                <a:latin typeface="Calibri"/>
              </a:rPr>
              <a:t>        </a:t>
            </a:r>
            <a:r>
              <a:rPr lang="en-US" b="1" dirty="0">
                <a:solidFill>
                  <a:srgbClr val="0070C0"/>
                </a:solidFill>
                <a:latin typeface="Calibri"/>
              </a:rPr>
              <a:t>ON</a:t>
            </a:r>
            <a:r>
              <a:rPr lang="en-US" dirty="0">
                <a:solidFill>
                  <a:srgbClr val="0070C0"/>
                </a:solidFill>
                <a:latin typeface="Calibri"/>
              </a:rPr>
              <a:t> </a:t>
            </a:r>
            <a:r>
              <a:rPr lang="en-US" b="1" dirty="0">
                <a:solidFill>
                  <a:srgbClr val="0070C0"/>
                </a:solidFill>
                <a:latin typeface="Calibri"/>
              </a:rPr>
              <a:t>DELETE</a:t>
            </a:r>
            <a:r>
              <a:rPr lang="en-US" dirty="0">
                <a:solidFill>
                  <a:srgbClr val="0070C0"/>
                </a:solidFill>
                <a:latin typeface="Calibri"/>
              </a:rPr>
              <a:t> </a:t>
            </a:r>
            <a:r>
              <a:rPr lang="en-US" b="1" dirty="0">
                <a:solidFill>
                  <a:srgbClr val="0070C0"/>
                </a:solidFill>
                <a:latin typeface="Calibri"/>
              </a:rPr>
              <a:t>SET</a:t>
            </a:r>
            <a:r>
              <a:rPr lang="en-US" dirty="0">
                <a:solidFill>
                  <a:srgbClr val="0070C0"/>
                </a:solidFill>
                <a:latin typeface="Calibri"/>
              </a:rPr>
              <a:t> </a:t>
            </a:r>
            <a:r>
              <a:rPr lang="en-US" b="1" dirty="0">
                <a:solidFill>
                  <a:srgbClr val="0070C0"/>
                </a:solidFill>
                <a:latin typeface="Calibri"/>
              </a:rPr>
              <a:t>NULL</a:t>
            </a:r>
            <a:r>
              <a:rPr lang="en-US" dirty="0">
                <a:solidFill>
                  <a:srgbClr val="0070C0"/>
                </a:solidFill>
                <a:latin typeface="Calibri"/>
              </a:rPr>
              <a:t> </a:t>
            </a:r>
          </a:p>
          <a:p>
            <a:pPr>
              <a:defRPr/>
            </a:pPr>
            <a:r>
              <a:rPr lang="th-TH" b="1" dirty="0">
                <a:solidFill>
                  <a:prstClr val="black"/>
                </a:solidFill>
                <a:latin typeface="Calibri"/>
              </a:rPr>
              <a:t>        </a:t>
            </a:r>
            <a:r>
              <a:rPr lang="en-US" b="1" dirty="0">
                <a:solidFill>
                  <a:srgbClr val="0070C0"/>
                </a:solidFill>
                <a:latin typeface="Calibri"/>
              </a:rPr>
              <a:t>ON</a:t>
            </a:r>
            <a:r>
              <a:rPr lang="en-US" dirty="0">
                <a:solidFill>
                  <a:srgbClr val="0070C0"/>
                </a:solidFill>
                <a:latin typeface="Calibri"/>
              </a:rPr>
              <a:t> </a:t>
            </a:r>
            <a:r>
              <a:rPr lang="en-US" b="1" dirty="0">
                <a:solidFill>
                  <a:srgbClr val="0070C0"/>
                </a:solidFill>
                <a:latin typeface="Calibri"/>
              </a:rPr>
              <a:t>UPDATE</a:t>
            </a:r>
            <a:r>
              <a:rPr lang="en-US" dirty="0">
                <a:solidFill>
                  <a:srgbClr val="0070C0"/>
                </a:solidFill>
                <a:latin typeface="Calibri"/>
              </a:rPr>
              <a:t> </a:t>
            </a:r>
            <a:r>
              <a:rPr lang="en-US" b="1" dirty="0">
                <a:solidFill>
                  <a:srgbClr val="0070C0"/>
                </a:solidFill>
                <a:latin typeface="Calibri"/>
              </a:rPr>
              <a:t>SET</a:t>
            </a:r>
            <a:r>
              <a:rPr lang="en-US" dirty="0">
                <a:solidFill>
                  <a:srgbClr val="0070C0"/>
                </a:solidFill>
                <a:latin typeface="Calibri"/>
              </a:rPr>
              <a:t> </a:t>
            </a:r>
            <a:r>
              <a:rPr lang="en-US" b="1" dirty="0">
                <a:solidFill>
                  <a:srgbClr val="0070C0"/>
                </a:solidFill>
                <a:latin typeface="Calibri"/>
              </a:rPr>
              <a:t>NULL</a:t>
            </a:r>
            <a:r>
              <a:rPr lang="en-US" dirty="0">
                <a:solidFill>
                  <a:srgbClr val="0070C0"/>
                </a:solidFill>
                <a:latin typeface="Calibri"/>
              </a:rPr>
              <a:t> </a:t>
            </a:r>
          </a:p>
          <a:p>
            <a:pPr>
              <a:defRPr/>
            </a:pPr>
            <a:r>
              <a:rPr lang="en-US" dirty="0">
                <a:solidFill>
                  <a:prstClr val="black"/>
                </a:solidFill>
                <a:latin typeface="Calibri"/>
              </a:rPr>
              <a:t>) ENGINE=INNODB;</a:t>
            </a:r>
            <a:endParaRPr lang="th-TH" dirty="0">
              <a:solidFill>
                <a:prstClr val="black"/>
              </a:solidFill>
              <a:latin typeface="Calibri"/>
            </a:endParaRPr>
          </a:p>
          <a:p>
            <a:pPr>
              <a:defRPr/>
            </a:pPr>
            <a:endParaRPr lang="th-TH" dirty="0">
              <a:solidFill>
                <a:prstClr val="black"/>
              </a:solidFill>
              <a:latin typeface="Calibri"/>
            </a:endParaRPr>
          </a:p>
          <a:p>
            <a:pPr>
              <a:defRPr/>
            </a:pPr>
            <a:r>
              <a:rPr lang="en-US" b="1" dirty="0">
                <a:solidFill>
                  <a:srgbClr val="0070C0"/>
                </a:solidFill>
                <a:latin typeface="Calibri"/>
              </a:rPr>
              <a:t>INSERT</a:t>
            </a:r>
            <a:r>
              <a:rPr lang="th-TH" b="1" dirty="0">
                <a:solidFill>
                  <a:srgbClr val="0070C0"/>
                </a:solidFill>
                <a:latin typeface="Calibri"/>
              </a:rPr>
              <a:t>  </a:t>
            </a:r>
            <a:r>
              <a:rPr lang="en-US" dirty="0">
                <a:solidFill>
                  <a:srgbClr val="0070C0"/>
                </a:solidFill>
                <a:latin typeface="Calibri"/>
              </a:rPr>
              <a:t> </a:t>
            </a:r>
            <a:r>
              <a:rPr lang="en-US" b="1" dirty="0">
                <a:solidFill>
                  <a:srgbClr val="0070C0"/>
                </a:solidFill>
                <a:latin typeface="Calibri"/>
              </a:rPr>
              <a:t>into</a:t>
            </a:r>
            <a:r>
              <a:rPr lang="en-US" dirty="0">
                <a:solidFill>
                  <a:srgbClr val="0070C0"/>
                </a:solidFill>
                <a:latin typeface="Calibri"/>
              </a:rPr>
              <a:t> </a:t>
            </a:r>
            <a:r>
              <a:rPr lang="th-TH" dirty="0">
                <a:solidFill>
                  <a:srgbClr val="0070C0"/>
                </a:solidFill>
                <a:latin typeface="Calibri"/>
              </a:rPr>
              <a:t>  </a:t>
            </a:r>
            <a:r>
              <a:rPr lang="en-US" dirty="0">
                <a:solidFill>
                  <a:prstClr val="black"/>
                </a:solidFill>
                <a:latin typeface="Calibri"/>
              </a:rPr>
              <a:t>Employees </a:t>
            </a:r>
            <a:r>
              <a:rPr lang="en-US" b="1" dirty="0">
                <a:solidFill>
                  <a:prstClr val="black"/>
                </a:solidFill>
                <a:latin typeface="Calibri"/>
              </a:rPr>
              <a:t>VALUES</a:t>
            </a:r>
            <a:r>
              <a:rPr lang="en-US" dirty="0">
                <a:solidFill>
                  <a:prstClr val="black"/>
                </a:solidFill>
                <a:latin typeface="Calibri"/>
              </a:rPr>
              <a:t> (101, '</a:t>
            </a:r>
            <a:r>
              <a:rPr lang="en-US" dirty="0" err="1">
                <a:solidFill>
                  <a:prstClr val="black"/>
                </a:solidFill>
                <a:latin typeface="Calibri"/>
              </a:rPr>
              <a:t>Anurag</a:t>
            </a:r>
            <a:r>
              <a:rPr lang="en-US" dirty="0">
                <a:solidFill>
                  <a:prstClr val="black"/>
                </a:solidFill>
                <a:latin typeface="Calibri"/>
              </a:rPr>
              <a:t>', 10); </a:t>
            </a:r>
          </a:p>
          <a:p>
            <a:pPr>
              <a:defRPr/>
            </a:pPr>
            <a:r>
              <a:rPr lang="en-US" b="1" dirty="0">
                <a:solidFill>
                  <a:srgbClr val="0070C0"/>
                </a:solidFill>
                <a:latin typeface="Calibri"/>
              </a:rPr>
              <a:t>INSERT</a:t>
            </a:r>
            <a:r>
              <a:rPr lang="en-US" dirty="0">
                <a:solidFill>
                  <a:srgbClr val="0070C0"/>
                </a:solidFill>
                <a:latin typeface="Calibri"/>
              </a:rPr>
              <a:t> </a:t>
            </a:r>
            <a:r>
              <a:rPr lang="th-TH" dirty="0">
                <a:solidFill>
                  <a:srgbClr val="0070C0"/>
                </a:solidFill>
                <a:latin typeface="Calibri"/>
              </a:rPr>
              <a:t>  </a:t>
            </a:r>
            <a:r>
              <a:rPr lang="en-US" b="1" dirty="0">
                <a:solidFill>
                  <a:srgbClr val="0070C0"/>
                </a:solidFill>
                <a:latin typeface="Calibri"/>
              </a:rPr>
              <a:t>into</a:t>
            </a:r>
            <a:r>
              <a:rPr lang="en-US" dirty="0">
                <a:solidFill>
                  <a:srgbClr val="0070C0"/>
                </a:solidFill>
                <a:latin typeface="Calibri"/>
              </a:rPr>
              <a:t> </a:t>
            </a:r>
            <a:r>
              <a:rPr lang="th-TH" dirty="0">
                <a:solidFill>
                  <a:srgbClr val="0070C0"/>
                </a:solidFill>
                <a:latin typeface="Calibri"/>
              </a:rPr>
              <a:t>  </a:t>
            </a:r>
            <a:r>
              <a:rPr lang="en-US" dirty="0">
                <a:solidFill>
                  <a:prstClr val="black"/>
                </a:solidFill>
                <a:latin typeface="Calibri"/>
              </a:rPr>
              <a:t>Employees </a:t>
            </a:r>
            <a:r>
              <a:rPr lang="en-US" b="1" dirty="0">
                <a:solidFill>
                  <a:prstClr val="black"/>
                </a:solidFill>
                <a:latin typeface="Calibri"/>
              </a:rPr>
              <a:t>VALUES</a:t>
            </a:r>
            <a:r>
              <a:rPr lang="en-US" dirty="0">
                <a:solidFill>
                  <a:prstClr val="black"/>
                </a:solidFill>
                <a:latin typeface="Calibri"/>
              </a:rPr>
              <a:t> (102, '</a:t>
            </a:r>
            <a:r>
              <a:rPr lang="en-US" dirty="0" err="1">
                <a:solidFill>
                  <a:prstClr val="black"/>
                </a:solidFill>
                <a:latin typeface="Calibri"/>
              </a:rPr>
              <a:t>Pranaya</a:t>
            </a:r>
            <a:r>
              <a:rPr lang="en-US" dirty="0">
                <a:solidFill>
                  <a:prstClr val="black"/>
                </a:solidFill>
                <a:latin typeface="Calibri"/>
              </a:rPr>
              <a:t>', 20); </a:t>
            </a:r>
          </a:p>
          <a:p>
            <a:pPr>
              <a:defRPr/>
            </a:pPr>
            <a:r>
              <a:rPr lang="en-US" b="1" dirty="0">
                <a:solidFill>
                  <a:srgbClr val="0070C0"/>
                </a:solidFill>
                <a:latin typeface="Calibri"/>
              </a:rPr>
              <a:t>INSERT</a:t>
            </a:r>
            <a:r>
              <a:rPr lang="en-US" dirty="0">
                <a:solidFill>
                  <a:srgbClr val="0070C0"/>
                </a:solidFill>
                <a:latin typeface="Calibri"/>
              </a:rPr>
              <a:t> </a:t>
            </a:r>
            <a:r>
              <a:rPr lang="th-TH" dirty="0">
                <a:solidFill>
                  <a:srgbClr val="0070C0"/>
                </a:solidFill>
                <a:latin typeface="Calibri"/>
              </a:rPr>
              <a:t>  </a:t>
            </a:r>
            <a:r>
              <a:rPr lang="en-US" b="1" dirty="0">
                <a:solidFill>
                  <a:srgbClr val="0070C0"/>
                </a:solidFill>
                <a:latin typeface="Calibri"/>
              </a:rPr>
              <a:t>into</a:t>
            </a:r>
            <a:r>
              <a:rPr lang="en-US" dirty="0">
                <a:solidFill>
                  <a:srgbClr val="0070C0"/>
                </a:solidFill>
                <a:latin typeface="Calibri"/>
              </a:rPr>
              <a:t> </a:t>
            </a:r>
            <a:r>
              <a:rPr lang="th-TH" dirty="0">
                <a:solidFill>
                  <a:srgbClr val="0070C0"/>
                </a:solidFill>
                <a:latin typeface="Calibri"/>
              </a:rPr>
              <a:t>  </a:t>
            </a:r>
            <a:r>
              <a:rPr lang="en-US" dirty="0">
                <a:solidFill>
                  <a:prstClr val="black"/>
                </a:solidFill>
                <a:latin typeface="Calibri"/>
              </a:rPr>
              <a:t>Employees </a:t>
            </a:r>
            <a:r>
              <a:rPr lang="en-US" b="1" dirty="0">
                <a:solidFill>
                  <a:prstClr val="black"/>
                </a:solidFill>
                <a:latin typeface="Calibri"/>
              </a:rPr>
              <a:t>VALUES</a:t>
            </a:r>
            <a:r>
              <a:rPr lang="en-US" dirty="0">
                <a:solidFill>
                  <a:prstClr val="black"/>
                </a:solidFill>
                <a:latin typeface="Calibri"/>
              </a:rPr>
              <a:t> (103, '</a:t>
            </a:r>
            <a:r>
              <a:rPr lang="en-US" dirty="0" err="1">
                <a:solidFill>
                  <a:prstClr val="black"/>
                </a:solidFill>
                <a:latin typeface="Calibri"/>
              </a:rPr>
              <a:t>Hina</a:t>
            </a:r>
            <a:r>
              <a:rPr lang="en-US" dirty="0">
                <a:solidFill>
                  <a:prstClr val="black"/>
                </a:solidFill>
                <a:latin typeface="Calibri"/>
              </a:rPr>
              <a:t>', 30);</a:t>
            </a:r>
          </a:p>
          <a:p>
            <a:pPr>
              <a:defRPr/>
            </a:pPr>
            <a:r>
              <a:rPr lang="en-US" b="1" dirty="0">
                <a:solidFill>
                  <a:srgbClr val="0070C0"/>
                </a:solidFill>
                <a:latin typeface="Calibri"/>
              </a:rPr>
              <a:t>INSERT </a:t>
            </a:r>
            <a:r>
              <a:rPr lang="th-TH" b="1" dirty="0">
                <a:solidFill>
                  <a:srgbClr val="0070C0"/>
                </a:solidFill>
                <a:latin typeface="Calibri"/>
              </a:rPr>
              <a:t> </a:t>
            </a:r>
            <a:r>
              <a:rPr lang="en-US" b="1" dirty="0">
                <a:solidFill>
                  <a:srgbClr val="0070C0"/>
                </a:solidFill>
                <a:latin typeface="Calibri"/>
              </a:rPr>
              <a:t>into </a:t>
            </a:r>
            <a:r>
              <a:rPr lang="th-TH" b="1" dirty="0">
                <a:solidFill>
                  <a:srgbClr val="0070C0"/>
                </a:solidFill>
                <a:latin typeface="Calibri"/>
              </a:rPr>
              <a:t>  </a:t>
            </a:r>
            <a:r>
              <a:rPr lang="en-US" dirty="0">
                <a:solidFill>
                  <a:prstClr val="black"/>
                </a:solidFill>
                <a:latin typeface="Calibri"/>
              </a:rPr>
              <a:t>Employees</a:t>
            </a:r>
            <a:r>
              <a:rPr lang="en-US" b="1" dirty="0">
                <a:solidFill>
                  <a:prstClr val="black"/>
                </a:solidFill>
                <a:latin typeface="Calibri"/>
              </a:rPr>
              <a:t> VALUES </a:t>
            </a:r>
            <a:r>
              <a:rPr lang="en-US" dirty="0">
                <a:solidFill>
                  <a:prstClr val="black"/>
                </a:solidFill>
                <a:latin typeface="Calibri"/>
              </a:rPr>
              <a:t>(104, '</a:t>
            </a:r>
            <a:r>
              <a:rPr lang="en-US" dirty="0" err="1">
                <a:solidFill>
                  <a:prstClr val="black"/>
                </a:solidFill>
                <a:latin typeface="Calibri"/>
              </a:rPr>
              <a:t>apirak</a:t>
            </a:r>
            <a:r>
              <a:rPr lang="en-US" dirty="0">
                <a:solidFill>
                  <a:prstClr val="black"/>
                </a:solidFill>
                <a:latin typeface="Calibri"/>
              </a:rPr>
              <a:t>', 10); </a:t>
            </a:r>
          </a:p>
          <a:p>
            <a:pPr>
              <a:defRPr/>
            </a:pPr>
            <a:endParaRPr lang="en-US" dirty="0">
              <a:solidFill>
                <a:prstClr val="black"/>
              </a:solidFill>
              <a:latin typeface="Calibri"/>
            </a:endParaRPr>
          </a:p>
        </p:txBody>
      </p:sp>
      <p:sp>
        <p:nvSpPr>
          <p:cNvPr id="3" name="Star: 5 Points 2">
            <a:extLst>
              <a:ext uri="{FF2B5EF4-FFF2-40B4-BE49-F238E27FC236}">
                <a16:creationId xmlns:a16="http://schemas.microsoft.com/office/drawing/2014/main" id="{68449B5E-3801-BE24-7798-729E8D9FDB50}"/>
              </a:ext>
            </a:extLst>
          </p:cNvPr>
          <p:cNvSpPr/>
          <p:nvPr/>
        </p:nvSpPr>
        <p:spPr>
          <a:xfrm>
            <a:off x="540773" y="511277"/>
            <a:ext cx="1101213" cy="106188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a:extLst>
              <a:ext uri="{FF2B5EF4-FFF2-40B4-BE49-F238E27FC236}">
                <a16:creationId xmlns:a16="http://schemas.microsoft.com/office/drawing/2014/main" id="{7FF3C70C-6149-1F7D-1724-6A8B8E668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152400"/>
            <a:ext cx="334645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7" name="Picture 3">
            <a:extLst>
              <a:ext uri="{FF2B5EF4-FFF2-40B4-BE49-F238E27FC236}">
                <a16:creationId xmlns:a16="http://schemas.microsoft.com/office/drawing/2014/main" id="{503CF235-274B-2F92-0D52-3A9AE1F0BA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152401"/>
            <a:ext cx="2209800" cy="194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8" name="Picture 4">
            <a:extLst>
              <a:ext uri="{FF2B5EF4-FFF2-40B4-BE49-F238E27FC236}">
                <a16:creationId xmlns:a16="http://schemas.microsoft.com/office/drawing/2014/main" id="{96E30839-B859-0D26-4B08-A08ED7CFEA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1" y="3505200"/>
            <a:ext cx="2792413"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9" name="Picture 5">
            <a:extLst>
              <a:ext uri="{FF2B5EF4-FFF2-40B4-BE49-F238E27FC236}">
                <a16:creationId xmlns:a16="http://schemas.microsoft.com/office/drawing/2014/main" id="{A091985E-7E12-D5BE-154F-E4ADF48BD5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3505201"/>
            <a:ext cx="34290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0" name="สี่เหลี่ยมผืนผ้า 7">
            <a:extLst>
              <a:ext uri="{FF2B5EF4-FFF2-40B4-BE49-F238E27FC236}">
                <a16:creationId xmlns:a16="http://schemas.microsoft.com/office/drawing/2014/main" id="{DA02D027-6910-A428-CC92-99144FE72AE6}"/>
              </a:ext>
            </a:extLst>
          </p:cNvPr>
          <p:cNvSpPr>
            <a:spLocks noChangeArrowheads="1"/>
          </p:cNvSpPr>
          <p:nvPr/>
        </p:nvSpPr>
        <p:spPr bwMode="auto">
          <a:xfrm>
            <a:off x="6781800" y="2286001"/>
            <a:ext cx="3810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solidFill>
                  <a:srgbClr val="0070C0"/>
                </a:solidFill>
              </a:rPr>
              <a:t>DELETE FROM </a:t>
            </a:r>
            <a:r>
              <a:rPr lang="en-US" altLang="en-US" sz="2400" b="1">
                <a:solidFill>
                  <a:srgbClr val="262626"/>
                </a:solidFill>
              </a:rPr>
              <a:t>Department</a:t>
            </a:r>
            <a:r>
              <a:rPr lang="en-US" altLang="en-US" sz="2400" b="1">
                <a:solidFill>
                  <a:srgbClr val="0070C0"/>
                </a:solidFill>
              </a:rPr>
              <a:t> WHERE </a:t>
            </a:r>
            <a:r>
              <a:rPr lang="en-US" altLang="en-US" sz="2400" b="1">
                <a:solidFill>
                  <a:srgbClr val="262626"/>
                </a:solidFill>
              </a:rPr>
              <a:t>Id = 10</a:t>
            </a:r>
            <a:r>
              <a:rPr lang="th-TH" altLang="en-US" sz="2400" b="1">
                <a:solidFill>
                  <a:srgbClr val="262626"/>
                </a:solidFill>
              </a:rPr>
              <a:t> </a:t>
            </a:r>
            <a:r>
              <a:rPr lang="en-US" altLang="en-US" sz="2400" b="1">
                <a:solidFill>
                  <a:srgbClr val="0070C0"/>
                </a:solidFill>
              </a:rPr>
              <a:t>;</a:t>
            </a:r>
            <a:endParaRPr lang="en-US" altLang="en-US" sz="2400">
              <a:solidFill>
                <a:srgbClr val="0070C0"/>
              </a:solidFill>
            </a:endParaRPr>
          </a:p>
        </p:txBody>
      </p:sp>
      <p:sp>
        <p:nvSpPr>
          <p:cNvPr id="9" name="วงรี 8">
            <a:extLst>
              <a:ext uri="{FF2B5EF4-FFF2-40B4-BE49-F238E27FC236}">
                <a16:creationId xmlns:a16="http://schemas.microsoft.com/office/drawing/2014/main" id="{404A1C02-1C9C-C49F-5345-2C5CC89E02C7}"/>
              </a:ext>
            </a:extLst>
          </p:cNvPr>
          <p:cNvSpPr/>
          <p:nvPr/>
        </p:nvSpPr>
        <p:spPr>
          <a:xfrm>
            <a:off x="4038600" y="5029200"/>
            <a:ext cx="685800" cy="685800"/>
          </a:xfrm>
          <a:prstGeom prst="ellipse">
            <a:avLst/>
          </a:prstGeom>
          <a:noFill/>
          <a:ln>
            <a:solidFill>
              <a:srgbClr val="2A8487"/>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67592" name="TextBox 9">
            <a:extLst>
              <a:ext uri="{FF2B5EF4-FFF2-40B4-BE49-F238E27FC236}">
                <a16:creationId xmlns:a16="http://schemas.microsoft.com/office/drawing/2014/main" id="{8610BE50-F6AD-06F6-B938-6F27ED80DFD1}"/>
              </a:ext>
            </a:extLst>
          </p:cNvPr>
          <p:cNvSpPr txBox="1">
            <a:spLocks noChangeArrowheads="1"/>
          </p:cNvSpPr>
          <p:nvPr/>
        </p:nvSpPr>
        <p:spPr bwMode="auto">
          <a:xfrm>
            <a:off x="3124201" y="3200400"/>
            <a:ext cx="1217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employees</a:t>
            </a:r>
          </a:p>
        </p:txBody>
      </p:sp>
      <p:sp>
        <p:nvSpPr>
          <p:cNvPr id="67593" name="TextBox 10">
            <a:extLst>
              <a:ext uri="{FF2B5EF4-FFF2-40B4-BE49-F238E27FC236}">
                <a16:creationId xmlns:a16="http://schemas.microsoft.com/office/drawing/2014/main" id="{D1905FCE-3DB3-A98D-2590-E3C05BAA9399}"/>
              </a:ext>
            </a:extLst>
          </p:cNvPr>
          <p:cNvSpPr txBox="1">
            <a:spLocks noChangeArrowheads="1"/>
          </p:cNvSpPr>
          <p:nvPr/>
        </p:nvSpPr>
        <p:spPr bwMode="auto">
          <a:xfrm>
            <a:off x="4419601" y="1001714"/>
            <a:ext cx="12176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employees</a:t>
            </a:r>
          </a:p>
        </p:txBody>
      </p:sp>
      <p:sp>
        <p:nvSpPr>
          <p:cNvPr id="67594" name="TextBox 11">
            <a:extLst>
              <a:ext uri="{FF2B5EF4-FFF2-40B4-BE49-F238E27FC236}">
                <a16:creationId xmlns:a16="http://schemas.microsoft.com/office/drawing/2014/main" id="{6E7CCD37-CEEA-A8C2-4024-A25F7531C23B}"/>
              </a:ext>
            </a:extLst>
          </p:cNvPr>
          <p:cNvSpPr txBox="1">
            <a:spLocks noChangeArrowheads="1"/>
          </p:cNvSpPr>
          <p:nvPr/>
        </p:nvSpPr>
        <p:spPr bwMode="auto">
          <a:xfrm>
            <a:off x="7435850" y="3276600"/>
            <a:ext cx="132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department</a:t>
            </a:r>
          </a:p>
        </p:txBody>
      </p:sp>
      <p:sp>
        <p:nvSpPr>
          <p:cNvPr id="67595" name="TextBox 12">
            <a:extLst>
              <a:ext uri="{FF2B5EF4-FFF2-40B4-BE49-F238E27FC236}">
                <a16:creationId xmlns:a16="http://schemas.microsoft.com/office/drawing/2014/main" id="{2BE08C02-C51D-27A7-A8C8-DBC33ECB5689}"/>
              </a:ext>
            </a:extLst>
          </p:cNvPr>
          <p:cNvSpPr txBox="1">
            <a:spLocks noChangeArrowheads="1"/>
          </p:cNvSpPr>
          <p:nvPr/>
        </p:nvSpPr>
        <p:spPr bwMode="auto">
          <a:xfrm>
            <a:off x="8578850" y="11114"/>
            <a:ext cx="1327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department</a:t>
            </a:r>
          </a:p>
        </p:txBody>
      </p:sp>
      <p:sp>
        <p:nvSpPr>
          <p:cNvPr id="2" name="Rectangle 1">
            <a:extLst>
              <a:ext uri="{FF2B5EF4-FFF2-40B4-BE49-F238E27FC236}">
                <a16:creationId xmlns:a16="http://schemas.microsoft.com/office/drawing/2014/main" id="{1CF55C86-45EF-79DC-E54D-D3F9D422D189}"/>
              </a:ext>
            </a:extLst>
          </p:cNvPr>
          <p:cNvSpPr/>
          <p:nvPr/>
        </p:nvSpPr>
        <p:spPr>
          <a:xfrm>
            <a:off x="6553200" y="685800"/>
            <a:ext cx="2590800" cy="5222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Oval 2">
            <a:extLst>
              <a:ext uri="{FF2B5EF4-FFF2-40B4-BE49-F238E27FC236}">
                <a16:creationId xmlns:a16="http://schemas.microsoft.com/office/drawing/2014/main" id="{DD0222F9-C2E8-1A0C-787B-9C034EC596F7}"/>
              </a:ext>
            </a:extLst>
          </p:cNvPr>
          <p:cNvSpPr/>
          <p:nvPr/>
        </p:nvSpPr>
        <p:spPr>
          <a:xfrm>
            <a:off x="3810000" y="1512888"/>
            <a:ext cx="609600" cy="468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Oval 3">
            <a:extLst>
              <a:ext uri="{FF2B5EF4-FFF2-40B4-BE49-F238E27FC236}">
                <a16:creationId xmlns:a16="http://schemas.microsoft.com/office/drawing/2014/main" id="{8604C483-5403-ADDB-4760-4A77C81F7454}"/>
              </a:ext>
            </a:extLst>
          </p:cNvPr>
          <p:cNvSpPr/>
          <p:nvPr/>
        </p:nvSpPr>
        <p:spPr>
          <a:xfrm>
            <a:off x="3810000" y="609601"/>
            <a:ext cx="609600" cy="4683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วงรี 8">
            <a:extLst>
              <a:ext uri="{FF2B5EF4-FFF2-40B4-BE49-F238E27FC236}">
                <a16:creationId xmlns:a16="http://schemas.microsoft.com/office/drawing/2014/main" id="{802FAACA-FBE0-E895-C391-0620D3B24355}"/>
              </a:ext>
            </a:extLst>
          </p:cNvPr>
          <p:cNvSpPr/>
          <p:nvPr/>
        </p:nvSpPr>
        <p:spPr>
          <a:xfrm>
            <a:off x="4038600" y="3962400"/>
            <a:ext cx="685800" cy="685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7" name="Freeform: Shape 6">
            <a:extLst>
              <a:ext uri="{FF2B5EF4-FFF2-40B4-BE49-F238E27FC236}">
                <a16:creationId xmlns:a16="http://schemas.microsoft.com/office/drawing/2014/main" id="{987D6711-6D97-1286-6509-05B0C593C516}"/>
              </a:ext>
            </a:extLst>
          </p:cNvPr>
          <p:cNvSpPr/>
          <p:nvPr/>
        </p:nvSpPr>
        <p:spPr>
          <a:xfrm>
            <a:off x="4443413" y="808038"/>
            <a:ext cx="1524000" cy="3370262"/>
          </a:xfrm>
          <a:custGeom>
            <a:avLst/>
            <a:gdLst>
              <a:gd name="connsiteX0" fmla="*/ 0 w 1524015"/>
              <a:gd name="connsiteY0" fmla="*/ 33110 h 3371202"/>
              <a:gd name="connsiteX1" fmla="*/ 831273 w 1524015"/>
              <a:gd name="connsiteY1" fmla="*/ 60819 h 3371202"/>
              <a:gd name="connsiteX2" fmla="*/ 905164 w 1524015"/>
              <a:gd name="connsiteY2" fmla="*/ 97765 h 3371202"/>
              <a:gd name="connsiteX3" fmla="*/ 1071418 w 1524015"/>
              <a:gd name="connsiteY3" fmla="*/ 190128 h 3371202"/>
              <a:gd name="connsiteX4" fmla="*/ 1117600 w 1524015"/>
              <a:gd name="connsiteY4" fmla="*/ 227074 h 3371202"/>
              <a:gd name="connsiteX5" fmla="*/ 1182254 w 1524015"/>
              <a:gd name="connsiteY5" fmla="*/ 291728 h 3371202"/>
              <a:gd name="connsiteX6" fmla="*/ 1219200 w 1524015"/>
              <a:gd name="connsiteY6" fmla="*/ 374856 h 3371202"/>
              <a:gd name="connsiteX7" fmla="*/ 1283854 w 1524015"/>
              <a:gd name="connsiteY7" fmla="*/ 467219 h 3371202"/>
              <a:gd name="connsiteX8" fmla="*/ 1357745 w 1524015"/>
              <a:gd name="connsiteY8" fmla="*/ 624237 h 3371202"/>
              <a:gd name="connsiteX9" fmla="*/ 1413164 w 1524015"/>
              <a:gd name="connsiteY9" fmla="*/ 744310 h 3371202"/>
              <a:gd name="connsiteX10" fmla="*/ 1459345 w 1524015"/>
              <a:gd name="connsiteY10" fmla="*/ 864383 h 3371202"/>
              <a:gd name="connsiteX11" fmla="*/ 1496291 w 1524015"/>
              <a:gd name="connsiteY11" fmla="*/ 1196892 h 3371202"/>
              <a:gd name="connsiteX12" fmla="*/ 1524000 w 1524015"/>
              <a:gd name="connsiteY12" fmla="*/ 1280019 h 3371202"/>
              <a:gd name="connsiteX13" fmla="*/ 1431636 w 1524015"/>
              <a:gd name="connsiteY13" fmla="*/ 1723365 h 3371202"/>
              <a:gd name="connsiteX14" fmla="*/ 1413164 w 1524015"/>
              <a:gd name="connsiteY14" fmla="*/ 1815728 h 3371202"/>
              <a:gd name="connsiteX15" fmla="*/ 1330036 w 1524015"/>
              <a:gd name="connsiteY15" fmla="*/ 2102056 h 3371202"/>
              <a:gd name="connsiteX16" fmla="*/ 1209964 w 1524015"/>
              <a:gd name="connsiteY16" fmla="*/ 2332965 h 3371202"/>
              <a:gd name="connsiteX17" fmla="*/ 1043709 w 1524015"/>
              <a:gd name="connsiteY17" fmla="*/ 2702419 h 3371202"/>
              <a:gd name="connsiteX18" fmla="*/ 988291 w 1524015"/>
              <a:gd name="connsiteY18" fmla="*/ 2804019 h 3371202"/>
              <a:gd name="connsiteX19" fmla="*/ 822036 w 1524015"/>
              <a:gd name="connsiteY19" fmla="*/ 2933328 h 3371202"/>
              <a:gd name="connsiteX20" fmla="*/ 775854 w 1524015"/>
              <a:gd name="connsiteY20" fmla="*/ 2979510 h 3371202"/>
              <a:gd name="connsiteX21" fmla="*/ 692727 w 1524015"/>
              <a:gd name="connsiteY21" fmla="*/ 3025692 h 3371202"/>
              <a:gd name="connsiteX22" fmla="*/ 618836 w 1524015"/>
              <a:gd name="connsiteY22" fmla="*/ 3081110 h 3371202"/>
              <a:gd name="connsiteX23" fmla="*/ 443345 w 1524015"/>
              <a:gd name="connsiteY23" fmla="*/ 3182710 h 3371202"/>
              <a:gd name="connsiteX24" fmla="*/ 341745 w 1524015"/>
              <a:gd name="connsiteY24" fmla="*/ 3238128 h 3371202"/>
              <a:gd name="connsiteX25" fmla="*/ 304800 w 1524015"/>
              <a:gd name="connsiteY25" fmla="*/ 3293546 h 3371202"/>
              <a:gd name="connsiteX26" fmla="*/ 277091 w 1524015"/>
              <a:gd name="connsiteY26" fmla="*/ 3312019 h 3371202"/>
              <a:gd name="connsiteX27" fmla="*/ 295564 w 1524015"/>
              <a:gd name="connsiteY27" fmla="*/ 3247365 h 3371202"/>
              <a:gd name="connsiteX28" fmla="*/ 323273 w 1524015"/>
              <a:gd name="connsiteY28" fmla="*/ 3219656 h 3371202"/>
              <a:gd name="connsiteX29" fmla="*/ 240145 w 1524015"/>
              <a:gd name="connsiteY29" fmla="*/ 3247365 h 3371202"/>
              <a:gd name="connsiteX30" fmla="*/ 203200 w 1524015"/>
              <a:gd name="connsiteY30" fmla="*/ 3275074 h 3371202"/>
              <a:gd name="connsiteX31" fmla="*/ 212436 w 1524015"/>
              <a:gd name="connsiteY31" fmla="*/ 3312019 h 3371202"/>
              <a:gd name="connsiteX32" fmla="*/ 240145 w 1524015"/>
              <a:gd name="connsiteY32" fmla="*/ 3367437 h 3371202"/>
              <a:gd name="connsiteX33" fmla="*/ 369454 w 1524015"/>
              <a:gd name="connsiteY33" fmla="*/ 3358201 h 3371202"/>
              <a:gd name="connsiteX34" fmla="*/ 360218 w 1524015"/>
              <a:gd name="connsiteY34" fmla="*/ 3284310 h 3371202"/>
              <a:gd name="connsiteX35" fmla="*/ 350982 w 1524015"/>
              <a:gd name="connsiteY35" fmla="*/ 3284310 h 3371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24015" h="3371202">
                <a:moveTo>
                  <a:pt x="0" y="33110"/>
                </a:moveTo>
                <a:cubicBezTo>
                  <a:pt x="277091" y="42346"/>
                  <a:pt x="583298" y="-63170"/>
                  <a:pt x="831273" y="60819"/>
                </a:cubicBezTo>
                <a:lnTo>
                  <a:pt x="905164" y="97765"/>
                </a:lnTo>
                <a:cubicBezTo>
                  <a:pt x="980752" y="135559"/>
                  <a:pt x="1004414" y="143740"/>
                  <a:pt x="1071418" y="190128"/>
                </a:cubicBezTo>
                <a:cubicBezTo>
                  <a:pt x="1087627" y="201349"/>
                  <a:pt x="1103068" y="213753"/>
                  <a:pt x="1117600" y="227074"/>
                </a:cubicBezTo>
                <a:cubicBezTo>
                  <a:pt x="1140067" y="247669"/>
                  <a:pt x="1182254" y="291728"/>
                  <a:pt x="1182254" y="291728"/>
                </a:cubicBezTo>
                <a:cubicBezTo>
                  <a:pt x="1194569" y="319437"/>
                  <a:pt x="1204007" y="348614"/>
                  <a:pt x="1219200" y="374856"/>
                </a:cubicBezTo>
                <a:cubicBezTo>
                  <a:pt x="1238029" y="407380"/>
                  <a:pt x="1267852" y="433215"/>
                  <a:pt x="1283854" y="467219"/>
                </a:cubicBezTo>
                <a:lnTo>
                  <a:pt x="1357745" y="624237"/>
                </a:lnTo>
                <a:cubicBezTo>
                  <a:pt x="1376387" y="664183"/>
                  <a:pt x="1402473" y="701544"/>
                  <a:pt x="1413164" y="744310"/>
                </a:cubicBezTo>
                <a:cubicBezTo>
                  <a:pt x="1429754" y="810673"/>
                  <a:pt x="1417244" y="769656"/>
                  <a:pt x="1459345" y="864383"/>
                </a:cubicBezTo>
                <a:cubicBezTo>
                  <a:pt x="1471660" y="975219"/>
                  <a:pt x="1479150" y="1086699"/>
                  <a:pt x="1496291" y="1196892"/>
                </a:cubicBezTo>
                <a:cubicBezTo>
                  <a:pt x="1500780" y="1225753"/>
                  <a:pt x="1524712" y="1250820"/>
                  <a:pt x="1524000" y="1280019"/>
                </a:cubicBezTo>
                <a:cubicBezTo>
                  <a:pt x="1515897" y="1612231"/>
                  <a:pt x="1503175" y="1490860"/>
                  <a:pt x="1431636" y="1723365"/>
                </a:cubicBezTo>
                <a:cubicBezTo>
                  <a:pt x="1422403" y="1753374"/>
                  <a:pt x="1419834" y="1785047"/>
                  <a:pt x="1413164" y="1815728"/>
                </a:cubicBezTo>
                <a:cubicBezTo>
                  <a:pt x="1392149" y="1912397"/>
                  <a:pt x="1370242" y="2011064"/>
                  <a:pt x="1330036" y="2102056"/>
                </a:cubicBezTo>
                <a:cubicBezTo>
                  <a:pt x="1294973" y="2181409"/>
                  <a:pt x="1234893" y="2249870"/>
                  <a:pt x="1209964" y="2332965"/>
                </a:cubicBezTo>
                <a:cubicBezTo>
                  <a:pt x="1129468" y="2601282"/>
                  <a:pt x="1192583" y="2446024"/>
                  <a:pt x="1043709" y="2702419"/>
                </a:cubicBezTo>
                <a:cubicBezTo>
                  <a:pt x="1024338" y="2735780"/>
                  <a:pt x="1018742" y="2780335"/>
                  <a:pt x="988291" y="2804019"/>
                </a:cubicBezTo>
                <a:cubicBezTo>
                  <a:pt x="932873" y="2847122"/>
                  <a:pt x="871680" y="2883684"/>
                  <a:pt x="822036" y="2933328"/>
                </a:cubicBezTo>
                <a:cubicBezTo>
                  <a:pt x="806642" y="2948722"/>
                  <a:pt x="793569" y="2966856"/>
                  <a:pt x="775854" y="2979510"/>
                </a:cubicBezTo>
                <a:cubicBezTo>
                  <a:pt x="750060" y="2997934"/>
                  <a:pt x="719340" y="3008472"/>
                  <a:pt x="692727" y="3025692"/>
                </a:cubicBezTo>
                <a:cubicBezTo>
                  <a:pt x="666878" y="3042418"/>
                  <a:pt x="644890" y="3064706"/>
                  <a:pt x="618836" y="3081110"/>
                </a:cubicBezTo>
                <a:cubicBezTo>
                  <a:pt x="561636" y="3117125"/>
                  <a:pt x="507470" y="3161336"/>
                  <a:pt x="443345" y="3182710"/>
                </a:cubicBezTo>
                <a:cubicBezTo>
                  <a:pt x="388081" y="3201131"/>
                  <a:pt x="423892" y="3186786"/>
                  <a:pt x="341745" y="3238128"/>
                </a:cubicBezTo>
                <a:cubicBezTo>
                  <a:pt x="329430" y="3256601"/>
                  <a:pt x="319420" y="3276838"/>
                  <a:pt x="304800" y="3293546"/>
                </a:cubicBezTo>
                <a:cubicBezTo>
                  <a:pt x="297490" y="3301900"/>
                  <a:pt x="279268" y="3322904"/>
                  <a:pt x="277091" y="3312019"/>
                </a:cubicBezTo>
                <a:cubicBezTo>
                  <a:pt x="272695" y="3290040"/>
                  <a:pt x="285540" y="3267412"/>
                  <a:pt x="295564" y="3247365"/>
                </a:cubicBezTo>
                <a:cubicBezTo>
                  <a:pt x="301406" y="3235682"/>
                  <a:pt x="336335" y="3219656"/>
                  <a:pt x="323273" y="3219656"/>
                </a:cubicBezTo>
                <a:cubicBezTo>
                  <a:pt x="294065" y="3219656"/>
                  <a:pt x="267854" y="3238129"/>
                  <a:pt x="240145" y="3247365"/>
                </a:cubicBezTo>
                <a:cubicBezTo>
                  <a:pt x="227830" y="3256601"/>
                  <a:pt x="209264" y="3260925"/>
                  <a:pt x="203200" y="3275074"/>
                </a:cubicBezTo>
                <a:cubicBezTo>
                  <a:pt x="198200" y="3286742"/>
                  <a:pt x="207722" y="3300233"/>
                  <a:pt x="212436" y="3312019"/>
                </a:cubicBezTo>
                <a:cubicBezTo>
                  <a:pt x="220106" y="3331195"/>
                  <a:pt x="230909" y="3348964"/>
                  <a:pt x="240145" y="3367437"/>
                </a:cubicBezTo>
                <a:cubicBezTo>
                  <a:pt x="283248" y="3364358"/>
                  <a:pt x="333925" y="3382798"/>
                  <a:pt x="369454" y="3358201"/>
                </a:cubicBezTo>
                <a:cubicBezTo>
                  <a:pt x="389862" y="3344072"/>
                  <a:pt x="366238" y="3308391"/>
                  <a:pt x="360218" y="3284310"/>
                </a:cubicBezTo>
                <a:cubicBezTo>
                  <a:pt x="359471" y="3281323"/>
                  <a:pt x="354061" y="3284310"/>
                  <a:pt x="350982" y="3284310"/>
                </a:cubicBezTo>
              </a:path>
            </a:pathLst>
          </a:custGeom>
        </p:spPr>
        <p:style>
          <a:lnRef idx="1">
            <a:schemeClr val="accent2"/>
          </a:lnRef>
          <a:fillRef idx="0">
            <a:schemeClr val="accent2"/>
          </a:fillRef>
          <a:effectRef idx="0">
            <a:schemeClr val="accent2"/>
          </a:effectRef>
          <a:fontRef idx="minor">
            <a:schemeClr val="tx1"/>
          </a:fontRef>
        </p:style>
        <p:txBody>
          <a:bodyPr anchor="ctr"/>
          <a:lstStyle/>
          <a:p>
            <a:pPr algn="ctr">
              <a:defRPr/>
            </a:pPr>
            <a:endParaRPr lang="en-US"/>
          </a:p>
        </p:txBody>
      </p:sp>
      <p:sp>
        <p:nvSpPr>
          <p:cNvPr id="10" name="Freeform: Shape 9">
            <a:extLst>
              <a:ext uri="{FF2B5EF4-FFF2-40B4-BE49-F238E27FC236}">
                <a16:creationId xmlns:a16="http://schemas.microsoft.com/office/drawing/2014/main" id="{76047FB3-144B-ABDC-C083-07F683545961}"/>
              </a:ext>
            </a:extLst>
          </p:cNvPr>
          <p:cNvSpPr/>
          <p:nvPr/>
        </p:nvSpPr>
        <p:spPr>
          <a:xfrm>
            <a:off x="4424364" y="1801814"/>
            <a:ext cx="1690687" cy="3563937"/>
          </a:xfrm>
          <a:custGeom>
            <a:avLst/>
            <a:gdLst>
              <a:gd name="connsiteX0" fmla="*/ 0 w 1690255"/>
              <a:gd name="connsiteY0" fmla="*/ 0 h 3565285"/>
              <a:gd name="connsiteX1" fmla="*/ 295564 w 1690255"/>
              <a:gd name="connsiteY1" fmla="*/ 55418 h 3565285"/>
              <a:gd name="connsiteX2" fmla="*/ 969818 w 1690255"/>
              <a:gd name="connsiteY2" fmla="*/ 304800 h 3565285"/>
              <a:gd name="connsiteX3" fmla="*/ 1080655 w 1690255"/>
              <a:gd name="connsiteY3" fmla="*/ 397164 h 3565285"/>
              <a:gd name="connsiteX4" fmla="*/ 1579418 w 1690255"/>
              <a:gd name="connsiteY4" fmla="*/ 895927 h 3565285"/>
              <a:gd name="connsiteX5" fmla="*/ 1616364 w 1690255"/>
              <a:gd name="connsiteY5" fmla="*/ 969818 h 3565285"/>
              <a:gd name="connsiteX6" fmla="*/ 1690255 w 1690255"/>
              <a:gd name="connsiteY6" fmla="*/ 1274618 h 3565285"/>
              <a:gd name="connsiteX7" fmla="*/ 1671782 w 1690255"/>
              <a:gd name="connsiteY7" fmla="*/ 1865745 h 3565285"/>
              <a:gd name="connsiteX8" fmla="*/ 1662546 w 1690255"/>
              <a:gd name="connsiteY8" fmla="*/ 1948873 h 3565285"/>
              <a:gd name="connsiteX9" fmla="*/ 1625600 w 1690255"/>
              <a:gd name="connsiteY9" fmla="*/ 2124364 h 3565285"/>
              <a:gd name="connsiteX10" fmla="*/ 1607127 w 1690255"/>
              <a:gd name="connsiteY10" fmla="*/ 2235200 h 3565285"/>
              <a:gd name="connsiteX11" fmla="*/ 1560946 w 1690255"/>
              <a:gd name="connsiteY11" fmla="*/ 2327564 h 3565285"/>
              <a:gd name="connsiteX12" fmla="*/ 1459346 w 1690255"/>
              <a:gd name="connsiteY12" fmla="*/ 2613891 h 3565285"/>
              <a:gd name="connsiteX13" fmla="*/ 1422400 w 1690255"/>
              <a:gd name="connsiteY13" fmla="*/ 2669309 h 3565285"/>
              <a:gd name="connsiteX14" fmla="*/ 1348509 w 1690255"/>
              <a:gd name="connsiteY14" fmla="*/ 2798618 h 3565285"/>
              <a:gd name="connsiteX15" fmla="*/ 1302327 w 1690255"/>
              <a:gd name="connsiteY15" fmla="*/ 2844800 h 3565285"/>
              <a:gd name="connsiteX16" fmla="*/ 1062182 w 1690255"/>
              <a:gd name="connsiteY16" fmla="*/ 3020291 h 3565285"/>
              <a:gd name="connsiteX17" fmla="*/ 942109 w 1690255"/>
              <a:gd name="connsiteY17" fmla="*/ 3103418 h 3565285"/>
              <a:gd name="connsiteX18" fmla="*/ 822037 w 1690255"/>
              <a:gd name="connsiteY18" fmla="*/ 3186545 h 3565285"/>
              <a:gd name="connsiteX19" fmla="*/ 748146 w 1690255"/>
              <a:gd name="connsiteY19" fmla="*/ 3232727 h 3565285"/>
              <a:gd name="connsiteX20" fmla="*/ 692727 w 1690255"/>
              <a:gd name="connsiteY20" fmla="*/ 3269673 h 3565285"/>
              <a:gd name="connsiteX21" fmla="*/ 655782 w 1690255"/>
              <a:gd name="connsiteY21" fmla="*/ 3288145 h 3565285"/>
              <a:gd name="connsiteX22" fmla="*/ 517237 w 1690255"/>
              <a:gd name="connsiteY22" fmla="*/ 3398982 h 3565285"/>
              <a:gd name="connsiteX23" fmla="*/ 434109 w 1690255"/>
              <a:gd name="connsiteY23" fmla="*/ 3435927 h 3565285"/>
              <a:gd name="connsiteX24" fmla="*/ 406400 w 1690255"/>
              <a:gd name="connsiteY24" fmla="*/ 3445164 h 3565285"/>
              <a:gd name="connsiteX25" fmla="*/ 314037 w 1690255"/>
              <a:gd name="connsiteY25" fmla="*/ 3482109 h 3565285"/>
              <a:gd name="connsiteX26" fmla="*/ 258618 w 1690255"/>
              <a:gd name="connsiteY26" fmla="*/ 3491345 h 3565285"/>
              <a:gd name="connsiteX27" fmla="*/ 230909 w 1690255"/>
              <a:gd name="connsiteY27" fmla="*/ 3500582 h 3565285"/>
              <a:gd name="connsiteX28" fmla="*/ 249382 w 1690255"/>
              <a:gd name="connsiteY28" fmla="*/ 3463636 h 3565285"/>
              <a:gd name="connsiteX29" fmla="*/ 230909 w 1690255"/>
              <a:gd name="connsiteY29" fmla="*/ 3509818 h 3565285"/>
              <a:gd name="connsiteX30" fmla="*/ 249382 w 1690255"/>
              <a:gd name="connsiteY30" fmla="*/ 3546764 h 3565285"/>
              <a:gd name="connsiteX31" fmla="*/ 323273 w 1690255"/>
              <a:gd name="connsiteY31" fmla="*/ 3565236 h 3565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90255" h="3565285">
                <a:moveTo>
                  <a:pt x="0" y="0"/>
                </a:moveTo>
                <a:cubicBezTo>
                  <a:pt x="98521" y="18473"/>
                  <a:pt x="199097" y="28180"/>
                  <a:pt x="295564" y="55418"/>
                </a:cubicBezTo>
                <a:cubicBezTo>
                  <a:pt x="659955" y="158305"/>
                  <a:pt x="702023" y="184292"/>
                  <a:pt x="969818" y="304800"/>
                </a:cubicBezTo>
                <a:cubicBezTo>
                  <a:pt x="1072572" y="407554"/>
                  <a:pt x="852245" y="189519"/>
                  <a:pt x="1080655" y="397164"/>
                </a:cubicBezTo>
                <a:cubicBezTo>
                  <a:pt x="1223726" y="527228"/>
                  <a:pt x="1447998" y="730224"/>
                  <a:pt x="1579418" y="895927"/>
                </a:cubicBezTo>
                <a:cubicBezTo>
                  <a:pt x="1596530" y="917503"/>
                  <a:pt x="1607036" y="943908"/>
                  <a:pt x="1616364" y="969818"/>
                </a:cubicBezTo>
                <a:cubicBezTo>
                  <a:pt x="1662001" y="1096585"/>
                  <a:pt x="1665985" y="1145177"/>
                  <a:pt x="1690255" y="1274618"/>
                </a:cubicBezTo>
                <a:cubicBezTo>
                  <a:pt x="1684097" y="1471660"/>
                  <a:pt x="1679877" y="1668773"/>
                  <a:pt x="1671782" y="1865745"/>
                </a:cubicBezTo>
                <a:cubicBezTo>
                  <a:pt x="1670637" y="1893601"/>
                  <a:pt x="1667447" y="1921427"/>
                  <a:pt x="1662546" y="1948873"/>
                </a:cubicBezTo>
                <a:cubicBezTo>
                  <a:pt x="1652037" y="2007721"/>
                  <a:pt x="1636960" y="2065674"/>
                  <a:pt x="1625600" y="2124364"/>
                </a:cubicBezTo>
                <a:cubicBezTo>
                  <a:pt x="1618483" y="2161137"/>
                  <a:pt x="1618483" y="2199508"/>
                  <a:pt x="1607127" y="2235200"/>
                </a:cubicBezTo>
                <a:cubicBezTo>
                  <a:pt x="1596690" y="2268002"/>
                  <a:pt x="1573372" y="2295463"/>
                  <a:pt x="1560946" y="2327564"/>
                </a:cubicBezTo>
                <a:cubicBezTo>
                  <a:pt x="1541819" y="2376977"/>
                  <a:pt x="1494348" y="2543887"/>
                  <a:pt x="1459346" y="2613891"/>
                </a:cubicBezTo>
                <a:cubicBezTo>
                  <a:pt x="1449417" y="2633749"/>
                  <a:pt x="1433823" y="2650271"/>
                  <a:pt x="1422400" y="2669309"/>
                </a:cubicBezTo>
                <a:cubicBezTo>
                  <a:pt x="1396858" y="2711878"/>
                  <a:pt x="1376542" y="2757647"/>
                  <a:pt x="1348509" y="2798618"/>
                </a:cubicBezTo>
                <a:cubicBezTo>
                  <a:pt x="1336216" y="2816585"/>
                  <a:pt x="1318779" y="2830542"/>
                  <a:pt x="1302327" y="2844800"/>
                </a:cubicBezTo>
                <a:cubicBezTo>
                  <a:pt x="1214201" y="2921176"/>
                  <a:pt x="1165255" y="2949206"/>
                  <a:pt x="1062182" y="3020291"/>
                </a:cubicBezTo>
                <a:lnTo>
                  <a:pt x="942109" y="3103418"/>
                </a:lnTo>
                <a:cubicBezTo>
                  <a:pt x="902085" y="3131127"/>
                  <a:pt x="862541" y="3159542"/>
                  <a:pt x="822037" y="3186545"/>
                </a:cubicBezTo>
                <a:cubicBezTo>
                  <a:pt x="797870" y="3202656"/>
                  <a:pt x="772578" y="3217021"/>
                  <a:pt x="748146" y="3232727"/>
                </a:cubicBezTo>
                <a:cubicBezTo>
                  <a:pt x="729470" y="3244733"/>
                  <a:pt x="712585" y="3259744"/>
                  <a:pt x="692727" y="3269673"/>
                </a:cubicBezTo>
                <a:cubicBezTo>
                  <a:pt x="680412" y="3275830"/>
                  <a:pt x="666866" y="3279978"/>
                  <a:pt x="655782" y="3288145"/>
                </a:cubicBezTo>
                <a:cubicBezTo>
                  <a:pt x="608170" y="3323228"/>
                  <a:pt x="571281" y="3374963"/>
                  <a:pt x="517237" y="3398982"/>
                </a:cubicBezTo>
                <a:cubicBezTo>
                  <a:pt x="489528" y="3411297"/>
                  <a:pt x="462099" y="3424264"/>
                  <a:pt x="434109" y="3435927"/>
                </a:cubicBezTo>
                <a:cubicBezTo>
                  <a:pt x="425122" y="3439672"/>
                  <a:pt x="415349" y="3441329"/>
                  <a:pt x="406400" y="3445164"/>
                </a:cubicBezTo>
                <a:cubicBezTo>
                  <a:pt x="352898" y="3468094"/>
                  <a:pt x="381302" y="3465293"/>
                  <a:pt x="314037" y="3482109"/>
                </a:cubicBezTo>
                <a:cubicBezTo>
                  <a:pt x="295868" y="3486651"/>
                  <a:pt x="277091" y="3488266"/>
                  <a:pt x="258618" y="3491345"/>
                </a:cubicBezTo>
                <a:cubicBezTo>
                  <a:pt x="249382" y="3494424"/>
                  <a:pt x="233988" y="3509818"/>
                  <a:pt x="230909" y="3500582"/>
                </a:cubicBezTo>
                <a:cubicBezTo>
                  <a:pt x="226555" y="3487520"/>
                  <a:pt x="249382" y="3449867"/>
                  <a:pt x="249382" y="3463636"/>
                </a:cubicBezTo>
                <a:cubicBezTo>
                  <a:pt x="249382" y="3480216"/>
                  <a:pt x="237067" y="3494424"/>
                  <a:pt x="230909" y="3509818"/>
                </a:cubicBezTo>
                <a:cubicBezTo>
                  <a:pt x="237067" y="3522133"/>
                  <a:pt x="238367" y="3538503"/>
                  <a:pt x="249382" y="3546764"/>
                </a:cubicBezTo>
                <a:cubicBezTo>
                  <a:pt x="276608" y="3567183"/>
                  <a:pt x="296091" y="3565236"/>
                  <a:pt x="323273" y="356523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4">
            <a:extLst>
              <a:ext uri="{FF2B5EF4-FFF2-40B4-BE49-F238E27FC236}">
                <a16:creationId xmlns:a16="http://schemas.microsoft.com/office/drawing/2014/main" id="{4E7F36C1-E8CD-B49D-A79E-6910FEF049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1" y="228600"/>
            <a:ext cx="2792413"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1" name="Picture 5">
            <a:extLst>
              <a:ext uri="{FF2B5EF4-FFF2-40B4-BE49-F238E27FC236}">
                <a16:creationId xmlns:a16="http://schemas.microsoft.com/office/drawing/2014/main" id="{99DCDBF5-4806-651A-7DE4-243188B9A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9" y="228600"/>
            <a:ext cx="3284537"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2" name="Picture 2">
            <a:extLst>
              <a:ext uri="{FF2B5EF4-FFF2-40B4-BE49-F238E27FC236}">
                <a16:creationId xmlns:a16="http://schemas.microsoft.com/office/drawing/2014/main" id="{C4C4F40B-23F9-06EC-BDC2-AB1B7B0E2B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3733800"/>
            <a:ext cx="37973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สี่เหลี่ยมผืนผ้า 8">
            <a:extLst>
              <a:ext uri="{FF2B5EF4-FFF2-40B4-BE49-F238E27FC236}">
                <a16:creationId xmlns:a16="http://schemas.microsoft.com/office/drawing/2014/main" id="{5CD71ADF-3696-C184-6AB2-D460AF6A0FC1}"/>
              </a:ext>
            </a:extLst>
          </p:cNvPr>
          <p:cNvSpPr/>
          <p:nvPr/>
        </p:nvSpPr>
        <p:spPr>
          <a:xfrm>
            <a:off x="2743200" y="2819401"/>
            <a:ext cx="6934200" cy="461963"/>
          </a:xfrm>
          <a:prstGeom prst="rect">
            <a:avLst/>
          </a:prstGeom>
          <a:solidFill>
            <a:schemeClr val="accent5">
              <a:lumMod val="20000"/>
              <a:lumOff val="80000"/>
            </a:schemeClr>
          </a:solidFill>
        </p:spPr>
        <p:txBody>
          <a:bodyPr>
            <a:spAutoFit/>
          </a:bodyPr>
          <a:lstStyle/>
          <a:p>
            <a:pPr>
              <a:defRPr/>
            </a:pPr>
            <a:r>
              <a:rPr lang="en-US" sz="2400" b="1" dirty="0">
                <a:solidFill>
                  <a:srgbClr val="FF0000"/>
                </a:solidFill>
                <a:latin typeface="Calibri"/>
              </a:rPr>
              <a:t>UPDATE</a:t>
            </a:r>
            <a:r>
              <a:rPr lang="en-US" sz="2400" b="1" dirty="0">
                <a:solidFill>
                  <a:prstClr val="black"/>
                </a:solidFill>
                <a:latin typeface="Calibri"/>
              </a:rPr>
              <a:t> Department </a:t>
            </a:r>
            <a:r>
              <a:rPr lang="en-US" sz="2400" b="1" dirty="0">
                <a:solidFill>
                  <a:srgbClr val="FF0000"/>
                </a:solidFill>
                <a:latin typeface="Calibri"/>
              </a:rPr>
              <a:t>SET</a:t>
            </a:r>
            <a:r>
              <a:rPr lang="en-US" sz="2400" b="1" dirty="0">
                <a:solidFill>
                  <a:prstClr val="black"/>
                </a:solidFill>
                <a:latin typeface="Calibri"/>
              </a:rPr>
              <a:t> Id = 40 </a:t>
            </a:r>
            <a:r>
              <a:rPr lang="th-TH" sz="2400" b="1" dirty="0">
                <a:solidFill>
                  <a:prstClr val="black"/>
                </a:solidFill>
                <a:latin typeface="Calibri"/>
              </a:rPr>
              <a:t> </a:t>
            </a:r>
            <a:r>
              <a:rPr lang="en-US" sz="2400" b="1" dirty="0">
                <a:solidFill>
                  <a:srgbClr val="FF0000"/>
                </a:solidFill>
                <a:latin typeface="Calibri"/>
              </a:rPr>
              <a:t>WHERE</a:t>
            </a:r>
            <a:r>
              <a:rPr lang="en-US" sz="2400" b="1" dirty="0">
                <a:solidFill>
                  <a:prstClr val="black"/>
                </a:solidFill>
                <a:latin typeface="Calibri"/>
              </a:rPr>
              <a:t> </a:t>
            </a:r>
            <a:r>
              <a:rPr lang="th-TH" sz="2400" b="1" dirty="0">
                <a:solidFill>
                  <a:prstClr val="black"/>
                </a:solidFill>
                <a:latin typeface="Calibri"/>
              </a:rPr>
              <a:t> </a:t>
            </a:r>
            <a:r>
              <a:rPr lang="en-US" sz="2400" b="1" dirty="0">
                <a:solidFill>
                  <a:prstClr val="black"/>
                </a:solidFill>
                <a:latin typeface="Calibri"/>
              </a:rPr>
              <a:t>Id = 30</a:t>
            </a:r>
            <a:r>
              <a:rPr lang="th-TH" sz="2400" b="1" dirty="0">
                <a:solidFill>
                  <a:prstClr val="black"/>
                </a:solidFill>
                <a:latin typeface="Calibri"/>
              </a:rPr>
              <a:t> </a:t>
            </a:r>
            <a:r>
              <a:rPr lang="en-US" sz="2400" b="1" dirty="0">
                <a:solidFill>
                  <a:prstClr val="black"/>
                </a:solidFill>
                <a:latin typeface="Calibri"/>
              </a:rPr>
              <a:t>;</a:t>
            </a:r>
            <a:endParaRPr lang="en-US" sz="2400" dirty="0">
              <a:solidFill>
                <a:prstClr val="black"/>
              </a:solidFill>
              <a:latin typeface="Calibri"/>
            </a:endParaRPr>
          </a:p>
        </p:txBody>
      </p:sp>
      <p:pic>
        <p:nvPicPr>
          <p:cNvPr id="68614" name="Picture 3">
            <a:extLst>
              <a:ext uri="{FF2B5EF4-FFF2-40B4-BE49-F238E27FC236}">
                <a16:creationId xmlns:a16="http://schemas.microsoft.com/office/drawing/2014/main" id="{F51410B7-23C3-33D9-2285-C9C960F680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5600" y="3657600"/>
            <a:ext cx="2590800"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วงรี 10">
            <a:extLst>
              <a:ext uri="{FF2B5EF4-FFF2-40B4-BE49-F238E27FC236}">
                <a16:creationId xmlns:a16="http://schemas.microsoft.com/office/drawing/2014/main" id="{252B1DBC-0F7D-245B-0847-70D35D89F414}"/>
              </a:ext>
            </a:extLst>
          </p:cNvPr>
          <p:cNvSpPr/>
          <p:nvPr/>
        </p:nvSpPr>
        <p:spPr>
          <a:xfrm>
            <a:off x="7162800" y="4800600"/>
            <a:ext cx="6858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68616" name="TextBox 7">
            <a:extLst>
              <a:ext uri="{FF2B5EF4-FFF2-40B4-BE49-F238E27FC236}">
                <a16:creationId xmlns:a16="http://schemas.microsoft.com/office/drawing/2014/main" id="{2CBA25B5-6F93-205A-727C-44ED42833242}"/>
              </a:ext>
            </a:extLst>
          </p:cNvPr>
          <p:cNvSpPr txBox="1">
            <a:spLocks noChangeArrowheads="1"/>
          </p:cNvSpPr>
          <p:nvPr/>
        </p:nvSpPr>
        <p:spPr bwMode="auto">
          <a:xfrm>
            <a:off x="7435850" y="3363914"/>
            <a:ext cx="1327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department</a:t>
            </a:r>
          </a:p>
        </p:txBody>
      </p:sp>
      <p:sp>
        <p:nvSpPr>
          <p:cNvPr id="68617" name="TextBox 9">
            <a:extLst>
              <a:ext uri="{FF2B5EF4-FFF2-40B4-BE49-F238E27FC236}">
                <a16:creationId xmlns:a16="http://schemas.microsoft.com/office/drawing/2014/main" id="{D4E1527E-DE94-1C3F-7DE3-C8DDA55DFE4A}"/>
              </a:ext>
            </a:extLst>
          </p:cNvPr>
          <p:cNvSpPr txBox="1">
            <a:spLocks noChangeArrowheads="1"/>
          </p:cNvSpPr>
          <p:nvPr/>
        </p:nvSpPr>
        <p:spPr bwMode="auto">
          <a:xfrm>
            <a:off x="7435850" y="76200"/>
            <a:ext cx="132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department</a:t>
            </a:r>
          </a:p>
        </p:txBody>
      </p:sp>
      <p:sp>
        <p:nvSpPr>
          <p:cNvPr id="68618" name="TextBox 11">
            <a:extLst>
              <a:ext uri="{FF2B5EF4-FFF2-40B4-BE49-F238E27FC236}">
                <a16:creationId xmlns:a16="http://schemas.microsoft.com/office/drawing/2014/main" id="{DD7F6A6C-7102-3A6F-7F26-F70527BD5B3C}"/>
              </a:ext>
            </a:extLst>
          </p:cNvPr>
          <p:cNvSpPr txBox="1">
            <a:spLocks noChangeArrowheads="1"/>
          </p:cNvSpPr>
          <p:nvPr/>
        </p:nvSpPr>
        <p:spPr bwMode="auto">
          <a:xfrm>
            <a:off x="3352801" y="87314"/>
            <a:ext cx="12176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employees</a:t>
            </a:r>
          </a:p>
        </p:txBody>
      </p:sp>
      <p:sp>
        <p:nvSpPr>
          <p:cNvPr id="68619" name="TextBox 12">
            <a:extLst>
              <a:ext uri="{FF2B5EF4-FFF2-40B4-BE49-F238E27FC236}">
                <a16:creationId xmlns:a16="http://schemas.microsoft.com/office/drawing/2014/main" id="{2D9014EF-ABAF-072A-532F-D4A318968E6A}"/>
              </a:ext>
            </a:extLst>
          </p:cNvPr>
          <p:cNvSpPr txBox="1">
            <a:spLocks noChangeArrowheads="1"/>
          </p:cNvSpPr>
          <p:nvPr/>
        </p:nvSpPr>
        <p:spPr bwMode="auto">
          <a:xfrm>
            <a:off x="3352801" y="3429000"/>
            <a:ext cx="1217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00"/>
                </a:solidFill>
              </a:rPr>
              <a:t>employees</a:t>
            </a:r>
          </a:p>
        </p:txBody>
      </p:sp>
      <p:sp>
        <p:nvSpPr>
          <p:cNvPr id="2" name="Rectangle 1">
            <a:extLst>
              <a:ext uri="{FF2B5EF4-FFF2-40B4-BE49-F238E27FC236}">
                <a16:creationId xmlns:a16="http://schemas.microsoft.com/office/drawing/2014/main" id="{637D28D2-BFCE-D671-C597-4C950CED91B6}"/>
              </a:ext>
            </a:extLst>
          </p:cNvPr>
          <p:cNvSpPr/>
          <p:nvPr/>
        </p:nvSpPr>
        <p:spPr>
          <a:xfrm>
            <a:off x="6629401" y="1524000"/>
            <a:ext cx="2792413" cy="3698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B1661FF7-0575-AA70-597F-457D9E6A58E7}"/>
              </a:ext>
            </a:extLst>
          </p:cNvPr>
          <p:cNvSpPr/>
          <p:nvPr/>
        </p:nvSpPr>
        <p:spPr>
          <a:xfrm>
            <a:off x="2362201" y="1447800"/>
            <a:ext cx="2792413" cy="3698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Rectangle 3">
            <a:extLst>
              <a:ext uri="{FF2B5EF4-FFF2-40B4-BE49-F238E27FC236}">
                <a16:creationId xmlns:a16="http://schemas.microsoft.com/office/drawing/2014/main" id="{AFA355AD-7577-96E6-7205-CA40F2AB773B}"/>
              </a:ext>
            </a:extLst>
          </p:cNvPr>
          <p:cNvSpPr/>
          <p:nvPr/>
        </p:nvSpPr>
        <p:spPr>
          <a:xfrm>
            <a:off x="2057401" y="5029200"/>
            <a:ext cx="2792413" cy="3698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Arc 5">
            <a:extLst>
              <a:ext uri="{FF2B5EF4-FFF2-40B4-BE49-F238E27FC236}">
                <a16:creationId xmlns:a16="http://schemas.microsoft.com/office/drawing/2014/main" id="{0224AE80-E725-287B-D12D-328A7CC486CF}"/>
              </a:ext>
            </a:extLst>
          </p:cNvPr>
          <p:cNvSpPr/>
          <p:nvPr/>
        </p:nvSpPr>
        <p:spPr>
          <a:xfrm flipH="1">
            <a:off x="1676400" y="1633538"/>
            <a:ext cx="731838" cy="3624262"/>
          </a:xfrm>
          <a:prstGeom prst="arc">
            <a:avLst>
              <a:gd name="adj1" fmla="val 16180297"/>
              <a:gd name="adj2" fmla="val 5354427"/>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88BBC-B4CF-C6BD-EC80-D73725B96370}"/>
              </a:ext>
            </a:extLst>
          </p:cNvPr>
          <p:cNvSpPr>
            <a:spLocks noGrp="1"/>
          </p:cNvSpPr>
          <p:nvPr>
            <p:ph type="title"/>
          </p:nvPr>
        </p:nvSpPr>
        <p:spPr/>
        <p:txBody>
          <a:bodyPr>
            <a:normAutofit/>
          </a:bodyPr>
          <a:lstStyle/>
          <a:p>
            <a:r>
              <a:rPr lang="th-TH" sz="2800" dirty="0">
                <a:highlight>
                  <a:srgbClr val="FFFF00"/>
                </a:highlight>
              </a:rPr>
              <a:t>กฎของคอดด์ </a:t>
            </a:r>
            <a:r>
              <a:rPr lang="en-US" sz="2800" dirty="0">
                <a:highlight>
                  <a:srgbClr val="FFFF00"/>
                </a:highlight>
              </a:rPr>
              <a:t>(Code’s 12 Relationship Database Rules)</a:t>
            </a:r>
          </a:p>
        </p:txBody>
      </p:sp>
      <p:pic>
        <p:nvPicPr>
          <p:cNvPr id="15" name="Picture 14">
            <a:extLst>
              <a:ext uri="{FF2B5EF4-FFF2-40B4-BE49-F238E27FC236}">
                <a16:creationId xmlns:a16="http://schemas.microsoft.com/office/drawing/2014/main" id="{2DD655FD-7681-294E-B115-D3F59745FB0F}"/>
              </a:ext>
            </a:extLst>
          </p:cNvPr>
          <p:cNvPicPr>
            <a:picLocks noChangeAspect="1"/>
          </p:cNvPicPr>
          <p:nvPr/>
        </p:nvPicPr>
        <p:blipFill>
          <a:blip r:embed="rId2"/>
          <a:stretch>
            <a:fillRect/>
          </a:stretch>
        </p:blipFill>
        <p:spPr>
          <a:xfrm>
            <a:off x="1953123" y="1524000"/>
            <a:ext cx="8248152" cy="1219200"/>
          </a:xfrm>
          <a:prstGeom prst="rect">
            <a:avLst/>
          </a:prstGeom>
        </p:spPr>
      </p:pic>
      <p:pic>
        <p:nvPicPr>
          <p:cNvPr id="17" name="Picture 16">
            <a:extLst>
              <a:ext uri="{FF2B5EF4-FFF2-40B4-BE49-F238E27FC236}">
                <a16:creationId xmlns:a16="http://schemas.microsoft.com/office/drawing/2014/main" id="{7A6DF508-4C4B-A752-7545-250F6804515D}"/>
              </a:ext>
            </a:extLst>
          </p:cNvPr>
          <p:cNvPicPr>
            <a:picLocks noChangeAspect="1"/>
          </p:cNvPicPr>
          <p:nvPr/>
        </p:nvPicPr>
        <p:blipFill>
          <a:blip r:embed="rId3"/>
          <a:stretch>
            <a:fillRect/>
          </a:stretch>
        </p:blipFill>
        <p:spPr>
          <a:xfrm>
            <a:off x="1981200" y="3352801"/>
            <a:ext cx="7924800" cy="943671"/>
          </a:xfrm>
          <a:prstGeom prst="rect">
            <a:avLst/>
          </a:prstGeom>
        </p:spPr>
      </p:pic>
      <p:pic>
        <p:nvPicPr>
          <p:cNvPr id="19" name="Picture 18">
            <a:extLst>
              <a:ext uri="{FF2B5EF4-FFF2-40B4-BE49-F238E27FC236}">
                <a16:creationId xmlns:a16="http://schemas.microsoft.com/office/drawing/2014/main" id="{C4403002-AB4B-F4E5-279D-DCB795523C80}"/>
              </a:ext>
            </a:extLst>
          </p:cNvPr>
          <p:cNvPicPr>
            <a:picLocks noChangeAspect="1"/>
          </p:cNvPicPr>
          <p:nvPr/>
        </p:nvPicPr>
        <p:blipFill>
          <a:blip r:embed="rId4"/>
          <a:stretch>
            <a:fillRect/>
          </a:stretch>
        </p:blipFill>
        <p:spPr>
          <a:xfrm>
            <a:off x="1924549" y="4572000"/>
            <a:ext cx="7487695" cy="1438476"/>
          </a:xfrm>
          <a:prstGeom prst="rect">
            <a:avLst/>
          </a:prstGeom>
        </p:spPr>
      </p:pic>
    </p:spTree>
    <p:extLst>
      <p:ext uri="{BB962C8B-B14F-4D97-AF65-F5344CB8AC3E}">
        <p14:creationId xmlns:p14="http://schemas.microsoft.com/office/powerpoint/2010/main" val="2075107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88BBC-B4CF-C6BD-EC80-D73725B96370}"/>
              </a:ext>
            </a:extLst>
          </p:cNvPr>
          <p:cNvSpPr>
            <a:spLocks noGrp="1"/>
          </p:cNvSpPr>
          <p:nvPr>
            <p:ph type="title"/>
          </p:nvPr>
        </p:nvSpPr>
        <p:spPr/>
        <p:txBody>
          <a:bodyPr>
            <a:normAutofit/>
          </a:bodyPr>
          <a:lstStyle/>
          <a:p>
            <a:r>
              <a:rPr lang="th-TH" sz="2800" dirty="0">
                <a:highlight>
                  <a:srgbClr val="FFFF00"/>
                </a:highlight>
              </a:rPr>
              <a:t>กฎของคอดด์ </a:t>
            </a:r>
            <a:r>
              <a:rPr lang="en-US" sz="2800" dirty="0">
                <a:highlight>
                  <a:srgbClr val="FFFF00"/>
                </a:highlight>
              </a:rPr>
              <a:t>(Code’s 12 Relationship Database Rules)</a:t>
            </a:r>
          </a:p>
        </p:txBody>
      </p:sp>
      <p:pic>
        <p:nvPicPr>
          <p:cNvPr id="6" name="Picture 5">
            <a:extLst>
              <a:ext uri="{FF2B5EF4-FFF2-40B4-BE49-F238E27FC236}">
                <a16:creationId xmlns:a16="http://schemas.microsoft.com/office/drawing/2014/main" id="{BF55C6DE-617E-1CE0-89C5-F64C1BAA7C35}"/>
              </a:ext>
            </a:extLst>
          </p:cNvPr>
          <p:cNvPicPr>
            <a:picLocks noChangeAspect="1"/>
          </p:cNvPicPr>
          <p:nvPr/>
        </p:nvPicPr>
        <p:blipFill>
          <a:blip r:embed="rId2"/>
          <a:stretch>
            <a:fillRect/>
          </a:stretch>
        </p:blipFill>
        <p:spPr>
          <a:xfrm>
            <a:off x="2514601" y="1600200"/>
            <a:ext cx="6897063" cy="1381318"/>
          </a:xfrm>
          <a:prstGeom prst="rect">
            <a:avLst/>
          </a:prstGeom>
        </p:spPr>
      </p:pic>
      <p:pic>
        <p:nvPicPr>
          <p:cNvPr id="8" name="Picture 7">
            <a:extLst>
              <a:ext uri="{FF2B5EF4-FFF2-40B4-BE49-F238E27FC236}">
                <a16:creationId xmlns:a16="http://schemas.microsoft.com/office/drawing/2014/main" id="{9EAED670-2FC2-F3F8-1CBA-62834F087293}"/>
              </a:ext>
            </a:extLst>
          </p:cNvPr>
          <p:cNvPicPr>
            <a:picLocks noChangeAspect="1"/>
          </p:cNvPicPr>
          <p:nvPr/>
        </p:nvPicPr>
        <p:blipFill>
          <a:blip r:embed="rId3"/>
          <a:stretch>
            <a:fillRect/>
          </a:stretch>
        </p:blipFill>
        <p:spPr>
          <a:xfrm>
            <a:off x="2404548" y="3176298"/>
            <a:ext cx="7382905" cy="1400370"/>
          </a:xfrm>
          <a:prstGeom prst="rect">
            <a:avLst/>
          </a:prstGeom>
        </p:spPr>
      </p:pic>
      <p:pic>
        <p:nvPicPr>
          <p:cNvPr id="10" name="Picture 9">
            <a:extLst>
              <a:ext uri="{FF2B5EF4-FFF2-40B4-BE49-F238E27FC236}">
                <a16:creationId xmlns:a16="http://schemas.microsoft.com/office/drawing/2014/main" id="{82F58E52-7E5B-A88D-CCE2-2F0F7CE3C967}"/>
              </a:ext>
            </a:extLst>
          </p:cNvPr>
          <p:cNvPicPr>
            <a:picLocks noChangeAspect="1"/>
          </p:cNvPicPr>
          <p:nvPr/>
        </p:nvPicPr>
        <p:blipFill>
          <a:blip r:embed="rId4"/>
          <a:stretch>
            <a:fillRect/>
          </a:stretch>
        </p:blipFill>
        <p:spPr>
          <a:xfrm>
            <a:off x="2838492" y="4419601"/>
            <a:ext cx="6601746" cy="1238423"/>
          </a:xfrm>
          <a:prstGeom prst="rect">
            <a:avLst/>
          </a:prstGeom>
        </p:spPr>
      </p:pic>
    </p:spTree>
    <p:extLst>
      <p:ext uri="{BB962C8B-B14F-4D97-AF65-F5344CB8AC3E}">
        <p14:creationId xmlns:p14="http://schemas.microsoft.com/office/powerpoint/2010/main" val="22056934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88BBC-B4CF-C6BD-EC80-D73725B96370}"/>
              </a:ext>
            </a:extLst>
          </p:cNvPr>
          <p:cNvSpPr>
            <a:spLocks noGrp="1"/>
          </p:cNvSpPr>
          <p:nvPr>
            <p:ph type="title"/>
          </p:nvPr>
        </p:nvSpPr>
        <p:spPr/>
        <p:txBody>
          <a:bodyPr>
            <a:normAutofit/>
          </a:bodyPr>
          <a:lstStyle/>
          <a:p>
            <a:r>
              <a:rPr lang="th-TH" sz="2800" dirty="0">
                <a:highlight>
                  <a:srgbClr val="FFFF00"/>
                </a:highlight>
              </a:rPr>
              <a:t>กฎของคอดด์ </a:t>
            </a:r>
            <a:r>
              <a:rPr lang="en-US" sz="2800" dirty="0">
                <a:highlight>
                  <a:srgbClr val="FFFF00"/>
                </a:highlight>
              </a:rPr>
              <a:t>(Code’s 12 Relationship Database Rules)</a:t>
            </a:r>
          </a:p>
        </p:txBody>
      </p:sp>
      <p:pic>
        <p:nvPicPr>
          <p:cNvPr id="4" name="Picture 3">
            <a:extLst>
              <a:ext uri="{FF2B5EF4-FFF2-40B4-BE49-F238E27FC236}">
                <a16:creationId xmlns:a16="http://schemas.microsoft.com/office/drawing/2014/main" id="{BC088BD7-6A6F-C974-2E79-30285FF8AEAB}"/>
              </a:ext>
            </a:extLst>
          </p:cNvPr>
          <p:cNvPicPr>
            <a:picLocks noChangeAspect="1"/>
          </p:cNvPicPr>
          <p:nvPr/>
        </p:nvPicPr>
        <p:blipFill>
          <a:blip r:embed="rId2"/>
          <a:stretch>
            <a:fillRect/>
          </a:stretch>
        </p:blipFill>
        <p:spPr>
          <a:xfrm>
            <a:off x="2209800" y="1752601"/>
            <a:ext cx="7162800" cy="782657"/>
          </a:xfrm>
          <a:prstGeom prst="rect">
            <a:avLst/>
          </a:prstGeom>
        </p:spPr>
      </p:pic>
      <p:pic>
        <p:nvPicPr>
          <p:cNvPr id="7" name="Picture 6">
            <a:extLst>
              <a:ext uri="{FF2B5EF4-FFF2-40B4-BE49-F238E27FC236}">
                <a16:creationId xmlns:a16="http://schemas.microsoft.com/office/drawing/2014/main" id="{8F957C73-78AC-2748-30DC-50E69655CB2A}"/>
              </a:ext>
            </a:extLst>
          </p:cNvPr>
          <p:cNvPicPr>
            <a:picLocks noChangeAspect="1"/>
          </p:cNvPicPr>
          <p:nvPr/>
        </p:nvPicPr>
        <p:blipFill>
          <a:blip r:embed="rId3"/>
          <a:stretch>
            <a:fillRect/>
          </a:stretch>
        </p:blipFill>
        <p:spPr>
          <a:xfrm>
            <a:off x="2209800" y="3021117"/>
            <a:ext cx="8360228" cy="990600"/>
          </a:xfrm>
          <a:prstGeom prst="rect">
            <a:avLst/>
          </a:prstGeom>
        </p:spPr>
      </p:pic>
      <p:pic>
        <p:nvPicPr>
          <p:cNvPr id="11" name="Picture 10">
            <a:extLst>
              <a:ext uri="{FF2B5EF4-FFF2-40B4-BE49-F238E27FC236}">
                <a16:creationId xmlns:a16="http://schemas.microsoft.com/office/drawing/2014/main" id="{6C5541A1-568D-8C05-B0BC-A475B038F0F3}"/>
              </a:ext>
            </a:extLst>
          </p:cNvPr>
          <p:cNvPicPr>
            <a:picLocks noChangeAspect="1"/>
          </p:cNvPicPr>
          <p:nvPr/>
        </p:nvPicPr>
        <p:blipFill>
          <a:blip r:embed="rId4"/>
          <a:stretch>
            <a:fillRect/>
          </a:stretch>
        </p:blipFill>
        <p:spPr>
          <a:xfrm>
            <a:off x="2286000" y="4322744"/>
            <a:ext cx="8072335" cy="990600"/>
          </a:xfrm>
          <a:prstGeom prst="rect">
            <a:avLst/>
          </a:prstGeom>
        </p:spPr>
      </p:pic>
    </p:spTree>
    <p:extLst>
      <p:ext uri="{BB962C8B-B14F-4D97-AF65-F5344CB8AC3E}">
        <p14:creationId xmlns:p14="http://schemas.microsoft.com/office/powerpoint/2010/main" val="895665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88BBC-B4CF-C6BD-EC80-D73725B96370}"/>
              </a:ext>
            </a:extLst>
          </p:cNvPr>
          <p:cNvSpPr>
            <a:spLocks noGrp="1"/>
          </p:cNvSpPr>
          <p:nvPr>
            <p:ph type="title"/>
          </p:nvPr>
        </p:nvSpPr>
        <p:spPr/>
        <p:txBody>
          <a:bodyPr>
            <a:normAutofit/>
          </a:bodyPr>
          <a:lstStyle/>
          <a:p>
            <a:r>
              <a:rPr lang="th-TH" sz="2800" dirty="0">
                <a:highlight>
                  <a:srgbClr val="FFFF00"/>
                </a:highlight>
              </a:rPr>
              <a:t>กฎของคอดด์ </a:t>
            </a:r>
            <a:r>
              <a:rPr lang="en-US" sz="2800" dirty="0">
                <a:highlight>
                  <a:srgbClr val="FFFF00"/>
                </a:highlight>
              </a:rPr>
              <a:t>(Code’s 12 Relationship Database Rules)</a:t>
            </a:r>
          </a:p>
        </p:txBody>
      </p:sp>
      <p:pic>
        <p:nvPicPr>
          <p:cNvPr id="5" name="Picture 4">
            <a:extLst>
              <a:ext uri="{FF2B5EF4-FFF2-40B4-BE49-F238E27FC236}">
                <a16:creationId xmlns:a16="http://schemas.microsoft.com/office/drawing/2014/main" id="{B2E9F0BD-D1B0-3AD5-9D57-22376BE6F2ED}"/>
              </a:ext>
            </a:extLst>
          </p:cNvPr>
          <p:cNvPicPr>
            <a:picLocks noChangeAspect="1"/>
          </p:cNvPicPr>
          <p:nvPr/>
        </p:nvPicPr>
        <p:blipFill>
          <a:blip r:embed="rId2"/>
          <a:stretch>
            <a:fillRect/>
          </a:stretch>
        </p:blipFill>
        <p:spPr>
          <a:xfrm>
            <a:off x="1772651" y="1676400"/>
            <a:ext cx="8646698" cy="1066800"/>
          </a:xfrm>
          <a:prstGeom prst="rect">
            <a:avLst/>
          </a:prstGeom>
        </p:spPr>
      </p:pic>
      <p:pic>
        <p:nvPicPr>
          <p:cNvPr id="8" name="Picture 7">
            <a:extLst>
              <a:ext uri="{FF2B5EF4-FFF2-40B4-BE49-F238E27FC236}">
                <a16:creationId xmlns:a16="http://schemas.microsoft.com/office/drawing/2014/main" id="{E2F0DAAD-12CB-E3EA-573C-4268333BE0E7}"/>
              </a:ext>
            </a:extLst>
          </p:cNvPr>
          <p:cNvPicPr>
            <a:picLocks noChangeAspect="1"/>
          </p:cNvPicPr>
          <p:nvPr/>
        </p:nvPicPr>
        <p:blipFill>
          <a:blip r:embed="rId3"/>
          <a:stretch>
            <a:fillRect/>
          </a:stretch>
        </p:blipFill>
        <p:spPr>
          <a:xfrm>
            <a:off x="1772651" y="3001962"/>
            <a:ext cx="8301938" cy="1722438"/>
          </a:xfrm>
          <a:prstGeom prst="rect">
            <a:avLst/>
          </a:prstGeom>
        </p:spPr>
      </p:pic>
      <p:sp>
        <p:nvSpPr>
          <p:cNvPr id="10" name="TextBox 9">
            <a:extLst>
              <a:ext uri="{FF2B5EF4-FFF2-40B4-BE49-F238E27FC236}">
                <a16:creationId xmlns:a16="http://schemas.microsoft.com/office/drawing/2014/main" id="{23709399-D11F-57ED-A925-86CB50862FE0}"/>
              </a:ext>
            </a:extLst>
          </p:cNvPr>
          <p:cNvSpPr txBox="1"/>
          <p:nvPr/>
        </p:nvSpPr>
        <p:spPr>
          <a:xfrm>
            <a:off x="6705600" y="4355068"/>
            <a:ext cx="3505200" cy="369332"/>
          </a:xfrm>
          <a:prstGeom prst="rect">
            <a:avLst/>
          </a:prstGeom>
          <a:noFill/>
        </p:spPr>
        <p:txBody>
          <a:bodyPr wrap="square">
            <a:spAutoFit/>
          </a:bodyPr>
          <a:lstStyle/>
          <a:p>
            <a:r>
              <a:rPr lang="th-TH" dirty="0"/>
              <a:t>ซึ่งไม่ใช่ถูกกําหนดขึ้นจากระดับ ประยุกต</a:t>
            </a:r>
            <a:endParaRPr lang="en-US" dirty="0"/>
          </a:p>
        </p:txBody>
      </p:sp>
      <p:pic>
        <p:nvPicPr>
          <p:cNvPr id="13" name="Picture 12">
            <a:extLst>
              <a:ext uri="{FF2B5EF4-FFF2-40B4-BE49-F238E27FC236}">
                <a16:creationId xmlns:a16="http://schemas.microsoft.com/office/drawing/2014/main" id="{5741D920-8AD0-43B9-8EA4-41C117AF3B25}"/>
              </a:ext>
            </a:extLst>
          </p:cNvPr>
          <p:cNvPicPr>
            <a:picLocks noChangeAspect="1"/>
          </p:cNvPicPr>
          <p:nvPr/>
        </p:nvPicPr>
        <p:blipFill>
          <a:blip r:embed="rId4"/>
          <a:stretch>
            <a:fillRect/>
          </a:stretch>
        </p:blipFill>
        <p:spPr>
          <a:xfrm>
            <a:off x="4114800" y="4695825"/>
            <a:ext cx="5614126" cy="2110682"/>
          </a:xfrm>
          <a:prstGeom prst="rect">
            <a:avLst/>
          </a:prstGeom>
        </p:spPr>
      </p:pic>
    </p:spTree>
    <p:extLst>
      <p:ext uri="{BB962C8B-B14F-4D97-AF65-F5344CB8AC3E}">
        <p14:creationId xmlns:p14="http://schemas.microsoft.com/office/powerpoint/2010/main" val="33449706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88BBC-B4CF-C6BD-EC80-D73725B96370}"/>
              </a:ext>
            </a:extLst>
          </p:cNvPr>
          <p:cNvSpPr>
            <a:spLocks noGrp="1"/>
          </p:cNvSpPr>
          <p:nvPr>
            <p:ph type="title"/>
          </p:nvPr>
        </p:nvSpPr>
        <p:spPr/>
        <p:txBody>
          <a:bodyPr>
            <a:normAutofit/>
          </a:bodyPr>
          <a:lstStyle/>
          <a:p>
            <a:r>
              <a:rPr lang="th-TH" sz="2800" dirty="0">
                <a:highlight>
                  <a:srgbClr val="FFFF00"/>
                </a:highlight>
              </a:rPr>
              <a:t>กฎของคอดด์ </a:t>
            </a:r>
            <a:r>
              <a:rPr lang="en-US" sz="2800" dirty="0">
                <a:highlight>
                  <a:srgbClr val="FFFF00"/>
                </a:highlight>
              </a:rPr>
              <a:t>(Code’s 12 Relationship Database Rules)</a:t>
            </a:r>
          </a:p>
        </p:txBody>
      </p:sp>
      <p:pic>
        <p:nvPicPr>
          <p:cNvPr id="4" name="Picture 3">
            <a:extLst>
              <a:ext uri="{FF2B5EF4-FFF2-40B4-BE49-F238E27FC236}">
                <a16:creationId xmlns:a16="http://schemas.microsoft.com/office/drawing/2014/main" id="{005E6C66-61E6-AB65-81A1-B67CA6CA91CA}"/>
              </a:ext>
            </a:extLst>
          </p:cNvPr>
          <p:cNvPicPr>
            <a:picLocks noChangeAspect="1"/>
          </p:cNvPicPr>
          <p:nvPr/>
        </p:nvPicPr>
        <p:blipFill>
          <a:blip r:embed="rId2"/>
          <a:stretch>
            <a:fillRect/>
          </a:stretch>
        </p:blipFill>
        <p:spPr>
          <a:xfrm>
            <a:off x="1956542" y="2057400"/>
            <a:ext cx="8482858" cy="762000"/>
          </a:xfrm>
          <a:prstGeom prst="rect">
            <a:avLst/>
          </a:prstGeom>
        </p:spPr>
      </p:pic>
      <p:pic>
        <p:nvPicPr>
          <p:cNvPr id="7" name="Picture 6">
            <a:extLst>
              <a:ext uri="{FF2B5EF4-FFF2-40B4-BE49-F238E27FC236}">
                <a16:creationId xmlns:a16="http://schemas.microsoft.com/office/drawing/2014/main" id="{CBD39381-05B1-FB06-29EE-C56609626547}"/>
              </a:ext>
            </a:extLst>
          </p:cNvPr>
          <p:cNvPicPr>
            <a:picLocks noChangeAspect="1"/>
          </p:cNvPicPr>
          <p:nvPr/>
        </p:nvPicPr>
        <p:blipFill>
          <a:blip r:embed="rId3"/>
          <a:stretch>
            <a:fillRect/>
          </a:stretch>
        </p:blipFill>
        <p:spPr>
          <a:xfrm>
            <a:off x="1828801" y="3352800"/>
            <a:ext cx="7945435" cy="990600"/>
          </a:xfrm>
          <a:prstGeom prst="rect">
            <a:avLst/>
          </a:prstGeom>
        </p:spPr>
      </p:pic>
    </p:spTree>
    <p:extLst>
      <p:ext uri="{BB962C8B-B14F-4D97-AF65-F5344CB8AC3E}">
        <p14:creationId xmlns:p14="http://schemas.microsoft.com/office/powerpoint/2010/main" val="2805652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793</TotalTime>
  <Words>2796</Words>
  <Application>Microsoft Office PowerPoint</Application>
  <PresentationFormat>Widescreen</PresentationFormat>
  <Paragraphs>349</Paragraphs>
  <Slides>34</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SimSun</vt:lpstr>
      <vt:lpstr>Aptos</vt:lpstr>
      <vt:lpstr>Aptos Display</vt:lpstr>
      <vt:lpstr>Arial</vt:lpstr>
      <vt:lpstr>Arial Unicode MS</vt:lpstr>
      <vt:lpstr>Calibri</vt:lpstr>
      <vt:lpstr>Courier New</vt:lpstr>
      <vt:lpstr>Wingdings</vt:lpstr>
      <vt:lpstr>Office Theme</vt:lpstr>
      <vt:lpstr>Database</vt:lpstr>
      <vt:lpstr>The Relational Data Model Concepts</vt:lpstr>
      <vt:lpstr>The Relational Data Model Concepts</vt:lpstr>
      <vt:lpstr>The Relational Data Model Concepts</vt:lpstr>
      <vt:lpstr>The Relational Data Model Concepts</vt:lpstr>
      <vt:lpstr>Relational Model Constraints</vt:lpstr>
      <vt:lpstr>Relational Model Constraints</vt:lpstr>
      <vt:lpstr>Relational Model Constraints</vt:lpstr>
      <vt:lpstr>A Referential Integrity Constraint</vt:lpstr>
      <vt:lpstr>ความสำคัญของ A Referential Integrity Constraint</vt:lpstr>
      <vt:lpstr>การเกิด "orphan" records </vt:lpstr>
      <vt:lpstr>การเกิด "orphan" records </vt:lpstr>
      <vt:lpstr>วิธีการป้องกัน</vt:lpstr>
      <vt:lpstr>กระบวนการป้องกัน</vt:lpstr>
      <vt:lpstr>PowerPoint Presentation</vt:lpstr>
      <vt:lpstr>REFERENTIAL INTEGRITY OPTIONS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กฎของคอดด์ (Code’s 12 Relationship Database Rules)</vt:lpstr>
      <vt:lpstr>กฎของคอดด์ (Code’s 12 Relationship Database Rules)</vt:lpstr>
      <vt:lpstr>กฎของคอดด์ (Code’s 12 Relationship Database Rules)</vt:lpstr>
      <vt:lpstr>กฎของคอดด์ (Code’s 12 Relationship Database Rules)</vt:lpstr>
      <vt:lpstr>กฎของคอดด์ (Code’s 12 Relationship Database Rules)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Krit Chomaitong</dc:creator>
  <cp:lastModifiedBy>Krit Chomaitong</cp:lastModifiedBy>
  <cp:revision>19</cp:revision>
  <dcterms:created xsi:type="dcterms:W3CDTF">2025-12-03T07:45:12Z</dcterms:created>
  <dcterms:modified xsi:type="dcterms:W3CDTF">2026-08-24T08:21:10Z</dcterms:modified>
</cp:coreProperties>
</file>